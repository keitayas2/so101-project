
<file path=[Content_Types].xml><?xml version="1.0" encoding="utf-8"?>
<Types xmlns="http://schemas.openxmlformats.org/package/2006/content-types">
  <Default Extension="jpeg" ContentType="image/jpeg"/>
  <Default Extension="jpg" ContentType="image/jpg"/>
  <Default Extension="mov" ContentType="video/quicktime"/>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73" r:id="rId2"/>
    <p:sldId id="274" r:id="rId3"/>
    <p:sldId id="275" r:id="rId4"/>
    <p:sldId id="276" r:id="rId5"/>
    <p:sldId id="277" r:id="rId6"/>
    <p:sldId id="278" r:id="rId7"/>
    <p:sldId id="279" r:id="rId8"/>
    <p:sldId id="263" r:id="rId9"/>
    <p:sldId id="264" r:id="rId10"/>
    <p:sldId id="272" r:id="rId11"/>
    <p:sldId id="265" r:id="rId12"/>
    <p:sldId id="266" r:id="rId13"/>
    <p:sldId id="267" r:id="rId14"/>
    <p:sldId id="268" r:id="rId15"/>
    <p:sldId id="269" r:id="rId16"/>
    <p:sldId id="270" r:id="rId17"/>
    <p:sldId id="271"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9C2531-43CA-CFEF-9315-9955B7B453EC}" v="7" dt="2026-10-20T04:54:34.332"/>
    <p1510:client id="{B5F8BA38-02AD-18E6-CD5C-5F1DD6CCF7DF}" v="18" dt="2026-10-20T02:08:06.790"/>
    <p1510:client id="{D5FCE3B4-1E14-8780-EA04-F610B61CDA1F}" v="13" dt="2026-10-20T02:11:08.267"/>
    <p1510:client id="{DD69B2F3-B230-DE53-CEEC-1701A79B90B3}" v="19" dt="2026-10-20T04:51:23.9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936"/>
    <p:restoredTop sz="67823"/>
  </p:normalViewPr>
  <p:slideViewPr>
    <p:cSldViewPr snapToGrid="0">
      <p:cViewPr varScale="1">
        <p:scale>
          <a:sx n="84" d="100"/>
          <a:sy n="84" d="100"/>
        </p:scale>
        <p:origin x="928" y="192"/>
      </p:cViewPr>
      <p:guideLst/>
    </p:cSldViewPr>
  </p:slideViewPr>
  <p:notesTextViewPr>
    <p:cViewPr>
      <p:scale>
        <a:sx n="114" d="100"/>
        <a:sy n="114"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dbceb226-06a0-43fb-a01f-ab576fcb96b9::" providerId="AD" clId="Web-{039C2531-43CA-CFEF-9315-9955B7B453EC}"/>
    <pc:docChg chg="modSld">
      <pc:chgData name="Guest User" userId="S::urn:spo:tenantanon#dbceb226-06a0-43fb-a01f-ab576fcb96b9::" providerId="AD" clId="Web-{039C2531-43CA-CFEF-9315-9955B7B453EC}" dt="2026-10-20T04:57:17.073" v="119"/>
      <pc:docMkLst>
        <pc:docMk/>
      </pc:docMkLst>
      <pc:sldChg chg="modNotes">
        <pc:chgData name="Guest User" userId="S::urn:spo:tenantanon#dbceb226-06a0-43fb-a01f-ab576fcb96b9::" providerId="AD" clId="Web-{039C2531-43CA-CFEF-9315-9955B7B453EC}" dt="2026-10-20T04:47:55.379" v="14"/>
        <pc:sldMkLst>
          <pc:docMk/>
          <pc:sldMk cId="539153899" sldId="274"/>
        </pc:sldMkLst>
      </pc:sldChg>
      <pc:sldChg chg="modNotes">
        <pc:chgData name="Guest User" userId="S::urn:spo:tenantanon#dbceb226-06a0-43fb-a01f-ab576fcb96b9::" providerId="AD" clId="Web-{039C2531-43CA-CFEF-9315-9955B7B453EC}" dt="2026-10-20T04:49:44.993" v="33"/>
        <pc:sldMkLst>
          <pc:docMk/>
          <pc:sldMk cId="728615792" sldId="275"/>
        </pc:sldMkLst>
      </pc:sldChg>
      <pc:sldChg chg="modNotes">
        <pc:chgData name="Guest User" userId="S::urn:spo:tenantanon#dbceb226-06a0-43fb-a01f-ab576fcb96b9::" providerId="AD" clId="Web-{039C2531-43CA-CFEF-9315-9955B7B453EC}" dt="2026-10-20T04:52:21.155" v="64"/>
        <pc:sldMkLst>
          <pc:docMk/>
          <pc:sldMk cId="2648591807" sldId="276"/>
        </pc:sldMkLst>
      </pc:sldChg>
      <pc:sldChg chg="delSp modSp modNotes">
        <pc:chgData name="Guest User" userId="S::urn:spo:tenantanon#dbceb226-06a0-43fb-a01f-ab576fcb96b9::" providerId="AD" clId="Web-{039C2531-43CA-CFEF-9315-9955B7B453EC}" dt="2026-10-20T04:54:39.442" v="87"/>
        <pc:sldMkLst>
          <pc:docMk/>
          <pc:sldMk cId="2933673502" sldId="277"/>
        </pc:sldMkLst>
        <pc:spChg chg="mod">
          <ac:chgData name="Guest User" userId="S::urn:spo:tenantanon#dbceb226-06a0-43fb-a01f-ab576fcb96b9::" providerId="AD" clId="Web-{039C2531-43CA-CFEF-9315-9955B7B453EC}" dt="2026-10-20T04:54:34.270" v="81" actId="1076"/>
          <ac:spMkLst>
            <pc:docMk/>
            <pc:sldMk cId="2933673502" sldId="277"/>
            <ac:spMk id="9" creationId="{0D3476A0-5DA5-30BA-040A-D7B2F445DA2B}"/>
          </ac:spMkLst>
        </pc:spChg>
        <pc:spChg chg="mod">
          <ac:chgData name="Guest User" userId="S::urn:spo:tenantanon#dbceb226-06a0-43fb-a01f-ab576fcb96b9::" providerId="AD" clId="Web-{039C2531-43CA-CFEF-9315-9955B7B453EC}" dt="2026-10-20T04:54:34.285" v="82" actId="1076"/>
          <ac:spMkLst>
            <pc:docMk/>
            <pc:sldMk cId="2933673502" sldId="277"/>
            <ac:spMk id="12" creationId="{6972D780-0096-3BCD-465E-F27584BC594C}"/>
          </ac:spMkLst>
        </pc:spChg>
        <pc:spChg chg="mod">
          <ac:chgData name="Guest User" userId="S::urn:spo:tenantanon#dbceb226-06a0-43fb-a01f-ab576fcb96b9::" providerId="AD" clId="Web-{039C2531-43CA-CFEF-9315-9955B7B453EC}" dt="2026-10-20T04:54:34.317" v="83" actId="1076"/>
          <ac:spMkLst>
            <pc:docMk/>
            <pc:sldMk cId="2933673502" sldId="277"/>
            <ac:spMk id="15" creationId="{5FD9321F-8C20-597A-19D4-7B6F514C06FD}"/>
          </ac:spMkLst>
        </pc:spChg>
        <pc:spChg chg="mod">
          <ac:chgData name="Guest User" userId="S::urn:spo:tenantanon#dbceb226-06a0-43fb-a01f-ab576fcb96b9::" providerId="AD" clId="Web-{039C2531-43CA-CFEF-9315-9955B7B453EC}" dt="2026-10-20T04:54:34.332" v="84" actId="1076"/>
          <ac:spMkLst>
            <pc:docMk/>
            <pc:sldMk cId="2933673502" sldId="277"/>
            <ac:spMk id="16" creationId="{5761CC1C-D7B6-6670-07C2-C42E7E543E12}"/>
          </ac:spMkLst>
        </pc:spChg>
        <pc:spChg chg="mod">
          <ac:chgData name="Guest User" userId="S::urn:spo:tenantanon#dbceb226-06a0-43fb-a01f-ab576fcb96b9::" providerId="AD" clId="Web-{039C2531-43CA-CFEF-9315-9955B7B453EC}" dt="2026-10-20T04:54:34.223" v="79" actId="1076"/>
          <ac:spMkLst>
            <pc:docMk/>
            <pc:sldMk cId="2933673502" sldId="277"/>
            <ac:spMk id="22" creationId="{0D3476A0-5DA5-30BA-040A-D7B2F445DA2B}"/>
          </ac:spMkLst>
        </pc:spChg>
        <pc:spChg chg="mod">
          <ac:chgData name="Guest User" userId="S::urn:spo:tenantanon#dbceb226-06a0-43fb-a01f-ab576fcb96b9::" providerId="AD" clId="Web-{039C2531-43CA-CFEF-9315-9955B7B453EC}" dt="2026-10-20T04:54:34.239" v="80" actId="1076"/>
          <ac:spMkLst>
            <pc:docMk/>
            <pc:sldMk cId="2933673502" sldId="277"/>
            <ac:spMk id="23" creationId="{6972D780-0096-3BCD-465E-F27584BC594C}"/>
          </ac:spMkLst>
        </pc:spChg>
        <pc:spChg chg="del">
          <ac:chgData name="Guest User" userId="S::urn:spo:tenantanon#dbceb226-06a0-43fb-a01f-ab576fcb96b9::" providerId="AD" clId="Web-{039C2531-43CA-CFEF-9315-9955B7B453EC}" dt="2026-10-20T04:54:25.238" v="78"/>
          <ac:spMkLst>
            <pc:docMk/>
            <pc:sldMk cId="2933673502" sldId="277"/>
            <ac:spMk id="32" creationId="{78DB218A-FE24-190F-7FC3-9C25EED3B3F5}"/>
          </ac:spMkLst>
        </pc:spChg>
      </pc:sldChg>
      <pc:sldChg chg="modNotes">
        <pc:chgData name="Guest User" userId="S::urn:spo:tenantanon#dbceb226-06a0-43fb-a01f-ab576fcb96b9::" providerId="AD" clId="Web-{039C2531-43CA-CFEF-9315-9955B7B453EC}" dt="2026-10-20T04:55:50.648" v="103"/>
        <pc:sldMkLst>
          <pc:docMk/>
          <pc:sldMk cId="472094193" sldId="278"/>
        </pc:sldMkLst>
      </pc:sldChg>
      <pc:sldChg chg="modNotes">
        <pc:chgData name="Guest User" userId="S::urn:spo:tenantanon#dbceb226-06a0-43fb-a01f-ab576fcb96b9::" providerId="AD" clId="Web-{039C2531-43CA-CFEF-9315-9955B7B453EC}" dt="2026-10-20T04:57:17.073" v="119"/>
        <pc:sldMkLst>
          <pc:docMk/>
          <pc:sldMk cId="1854210780" sldId="279"/>
        </pc:sldMkLst>
      </pc:sldChg>
    </pc:docChg>
  </pc:docChgLst>
  <pc:docChgLst>
    <pc:chgData name="Guest User" userId="S::urn:spo:tenantanon#dbceb226-06a0-43fb-a01f-ab576fcb96b9::" providerId="AD" clId="Web-{DD69B2F3-B230-DE53-CEEC-1701A79B90B3}"/>
    <pc:docChg chg="modSld">
      <pc:chgData name="Guest User" userId="S::urn:spo:tenantanon#dbceb226-06a0-43fb-a01f-ab576fcb96b9::" providerId="AD" clId="Web-{DD69B2F3-B230-DE53-CEEC-1701A79B90B3}" dt="2026-10-20T04:55:25.146" v="39"/>
      <pc:docMkLst>
        <pc:docMk/>
      </pc:docMkLst>
      <pc:sldChg chg="modNotes">
        <pc:chgData name="Guest User" userId="S::urn:spo:tenantanon#dbceb226-06a0-43fb-a01f-ab576fcb96b9::" providerId="AD" clId="Web-{DD69B2F3-B230-DE53-CEEC-1701A79B90B3}" dt="2026-10-20T04:47:18.489" v="2"/>
        <pc:sldMkLst>
          <pc:docMk/>
          <pc:sldMk cId="0" sldId="263"/>
        </pc:sldMkLst>
      </pc:sldChg>
      <pc:sldChg chg="modNotes">
        <pc:chgData name="Guest User" userId="S::urn:spo:tenantanon#dbceb226-06a0-43fb-a01f-ab576fcb96b9::" providerId="AD" clId="Web-{DD69B2F3-B230-DE53-CEEC-1701A79B90B3}" dt="2026-10-20T04:47:36.380" v="9"/>
        <pc:sldMkLst>
          <pc:docMk/>
          <pc:sldMk cId="0" sldId="264"/>
        </pc:sldMkLst>
      </pc:sldChg>
      <pc:sldChg chg="modNotes">
        <pc:chgData name="Guest User" userId="S::urn:spo:tenantanon#dbceb226-06a0-43fb-a01f-ab576fcb96b9::" providerId="AD" clId="Web-{DD69B2F3-B230-DE53-CEEC-1701A79B90B3}" dt="2026-10-20T04:49:35.978" v="17"/>
        <pc:sldMkLst>
          <pc:docMk/>
          <pc:sldMk cId="0" sldId="266"/>
        </pc:sldMkLst>
      </pc:sldChg>
      <pc:sldChg chg="modSp modNotes">
        <pc:chgData name="Guest User" userId="S::urn:spo:tenantanon#dbceb226-06a0-43fb-a01f-ab576fcb96b9::" providerId="AD" clId="Web-{DD69B2F3-B230-DE53-CEEC-1701A79B90B3}" dt="2026-10-20T04:55:25.146" v="39"/>
        <pc:sldMkLst>
          <pc:docMk/>
          <pc:sldMk cId="0" sldId="267"/>
        </pc:sldMkLst>
        <pc:spChg chg="mod">
          <ac:chgData name="Guest User" userId="S::urn:spo:tenantanon#dbceb226-06a0-43fb-a01f-ab576fcb96b9::" providerId="AD" clId="Web-{DD69B2F3-B230-DE53-CEEC-1701A79B90B3}" dt="2026-10-20T04:51:23.638" v="23" actId="1076"/>
          <ac:spMkLst>
            <pc:docMk/>
            <pc:sldMk cId="0" sldId="267"/>
            <ac:spMk id="5" creationId="{00000000-0000-0000-0000-000000000000}"/>
          </ac:spMkLst>
        </pc:spChg>
        <pc:spChg chg="mod">
          <ac:chgData name="Guest User" userId="S::urn:spo:tenantanon#dbceb226-06a0-43fb-a01f-ab576fcb96b9::" providerId="AD" clId="Web-{DD69B2F3-B230-DE53-CEEC-1701A79B90B3}" dt="2026-10-20T04:51:23.654" v="24" actId="1076"/>
          <ac:spMkLst>
            <pc:docMk/>
            <pc:sldMk cId="0" sldId="267"/>
            <ac:spMk id="6" creationId="{00000000-0000-0000-0000-000000000000}"/>
          </ac:spMkLst>
        </pc:spChg>
        <pc:spChg chg="mod">
          <ac:chgData name="Guest User" userId="S::urn:spo:tenantanon#dbceb226-06a0-43fb-a01f-ab576fcb96b9::" providerId="AD" clId="Web-{DD69B2F3-B230-DE53-CEEC-1701A79B90B3}" dt="2026-10-20T04:51:23.669" v="25" actId="1076"/>
          <ac:spMkLst>
            <pc:docMk/>
            <pc:sldMk cId="0" sldId="267"/>
            <ac:spMk id="7" creationId="{00000000-0000-0000-0000-000000000000}"/>
          </ac:spMkLst>
        </pc:spChg>
        <pc:spChg chg="mod">
          <ac:chgData name="Guest User" userId="S::urn:spo:tenantanon#dbceb226-06a0-43fb-a01f-ab576fcb96b9::" providerId="AD" clId="Web-{DD69B2F3-B230-DE53-CEEC-1701A79B90B3}" dt="2026-10-20T04:51:23.701" v="26" actId="1076"/>
          <ac:spMkLst>
            <pc:docMk/>
            <pc:sldMk cId="0" sldId="267"/>
            <ac:spMk id="8" creationId="{00000000-0000-0000-0000-000000000000}"/>
          </ac:spMkLst>
        </pc:spChg>
        <pc:spChg chg="mod">
          <ac:chgData name="Guest User" userId="S::urn:spo:tenantanon#dbceb226-06a0-43fb-a01f-ab576fcb96b9::" providerId="AD" clId="Web-{DD69B2F3-B230-DE53-CEEC-1701A79B90B3}" dt="2026-10-20T04:51:23.716" v="27" actId="1076"/>
          <ac:spMkLst>
            <pc:docMk/>
            <pc:sldMk cId="0" sldId="267"/>
            <ac:spMk id="9" creationId="{00000000-0000-0000-0000-000000000000}"/>
          </ac:spMkLst>
        </pc:spChg>
        <pc:spChg chg="mod">
          <ac:chgData name="Guest User" userId="S::urn:spo:tenantanon#dbceb226-06a0-43fb-a01f-ab576fcb96b9::" providerId="AD" clId="Web-{DD69B2F3-B230-DE53-CEEC-1701A79B90B3}" dt="2026-10-20T04:51:23.732" v="28" actId="1076"/>
          <ac:spMkLst>
            <pc:docMk/>
            <pc:sldMk cId="0" sldId="267"/>
            <ac:spMk id="10" creationId="{00000000-0000-0000-0000-000000000000}"/>
          </ac:spMkLst>
        </pc:spChg>
        <pc:spChg chg="mod">
          <ac:chgData name="Guest User" userId="S::urn:spo:tenantanon#dbceb226-06a0-43fb-a01f-ab576fcb96b9::" providerId="AD" clId="Web-{DD69B2F3-B230-DE53-CEEC-1701A79B90B3}" dt="2026-10-20T04:51:23.763" v="29" actId="1076"/>
          <ac:spMkLst>
            <pc:docMk/>
            <pc:sldMk cId="0" sldId="267"/>
            <ac:spMk id="11" creationId="{00000000-0000-0000-0000-000000000000}"/>
          </ac:spMkLst>
        </pc:spChg>
        <pc:spChg chg="mod">
          <ac:chgData name="Guest User" userId="S::urn:spo:tenantanon#dbceb226-06a0-43fb-a01f-ab576fcb96b9::" providerId="AD" clId="Web-{DD69B2F3-B230-DE53-CEEC-1701A79B90B3}" dt="2026-10-20T04:51:23.779" v="30" actId="1076"/>
          <ac:spMkLst>
            <pc:docMk/>
            <pc:sldMk cId="0" sldId="267"/>
            <ac:spMk id="12" creationId="{00000000-0000-0000-0000-000000000000}"/>
          </ac:spMkLst>
        </pc:spChg>
        <pc:spChg chg="mod">
          <ac:chgData name="Guest User" userId="S::urn:spo:tenantanon#dbceb226-06a0-43fb-a01f-ab576fcb96b9::" providerId="AD" clId="Web-{DD69B2F3-B230-DE53-CEEC-1701A79B90B3}" dt="2026-10-20T04:51:23.810" v="31" actId="1076"/>
          <ac:spMkLst>
            <pc:docMk/>
            <pc:sldMk cId="0" sldId="267"/>
            <ac:spMk id="13" creationId="{00000000-0000-0000-0000-000000000000}"/>
          </ac:spMkLst>
        </pc:spChg>
        <pc:spChg chg="mod">
          <ac:chgData name="Guest User" userId="S::urn:spo:tenantanon#dbceb226-06a0-43fb-a01f-ab576fcb96b9::" providerId="AD" clId="Web-{DD69B2F3-B230-DE53-CEEC-1701A79B90B3}" dt="2026-10-20T04:51:23.826" v="32" actId="1076"/>
          <ac:spMkLst>
            <pc:docMk/>
            <pc:sldMk cId="0" sldId="267"/>
            <ac:spMk id="14" creationId="{00000000-0000-0000-0000-000000000000}"/>
          </ac:spMkLst>
        </pc:spChg>
        <pc:spChg chg="mod">
          <ac:chgData name="Guest User" userId="S::urn:spo:tenantanon#dbceb226-06a0-43fb-a01f-ab576fcb96b9::" providerId="AD" clId="Web-{DD69B2F3-B230-DE53-CEEC-1701A79B90B3}" dt="2026-10-20T04:51:23.841" v="33" actId="1076"/>
          <ac:spMkLst>
            <pc:docMk/>
            <pc:sldMk cId="0" sldId="267"/>
            <ac:spMk id="15" creationId="{00000000-0000-0000-0000-000000000000}"/>
          </ac:spMkLst>
        </pc:spChg>
        <pc:spChg chg="mod">
          <ac:chgData name="Guest User" userId="S::urn:spo:tenantanon#dbceb226-06a0-43fb-a01f-ab576fcb96b9::" providerId="AD" clId="Web-{DD69B2F3-B230-DE53-CEEC-1701A79B90B3}" dt="2026-10-20T04:51:23.888" v="34" actId="1076"/>
          <ac:spMkLst>
            <pc:docMk/>
            <pc:sldMk cId="0" sldId="267"/>
            <ac:spMk id="16" creationId="{00000000-0000-0000-0000-000000000000}"/>
          </ac:spMkLst>
        </pc:spChg>
        <pc:spChg chg="mod">
          <ac:chgData name="Guest User" userId="S::urn:spo:tenantanon#dbceb226-06a0-43fb-a01f-ab576fcb96b9::" providerId="AD" clId="Web-{DD69B2F3-B230-DE53-CEEC-1701A79B90B3}" dt="2026-10-20T04:50:47.512" v="18" actId="14100"/>
          <ac:spMkLst>
            <pc:docMk/>
            <pc:sldMk cId="0" sldId="267"/>
            <ac:spMk id="17" creationId="{00000000-0000-0000-0000-000000000000}"/>
          </ac:spMkLst>
        </pc:spChg>
        <pc:spChg chg="mod">
          <ac:chgData name="Guest User" userId="S::urn:spo:tenantanon#dbceb226-06a0-43fb-a01f-ab576fcb96b9::" providerId="AD" clId="Web-{DD69B2F3-B230-DE53-CEEC-1701A79B90B3}" dt="2026-10-20T04:51:10.325" v="22"/>
          <ac:spMkLst>
            <pc:docMk/>
            <pc:sldMk cId="0" sldId="267"/>
            <ac:spMk id="18" creationId="{00000000-0000-0000-0000-000000000000}"/>
          </ac:spMkLst>
        </pc:spChg>
        <pc:spChg chg="mod">
          <ac:chgData name="Guest User" userId="S::urn:spo:tenantanon#dbceb226-06a0-43fb-a01f-ab576fcb96b9::" providerId="AD" clId="Web-{DD69B2F3-B230-DE53-CEEC-1701A79B90B3}" dt="2026-10-20T04:51:23.935" v="35" actId="1076"/>
          <ac:spMkLst>
            <pc:docMk/>
            <pc:sldMk cId="0" sldId="267"/>
            <ac:spMk id="19" creationId="{967A0C76-5754-85EE-4FD8-B03331BF346D}"/>
          </ac:spMkLst>
        </pc:spChg>
        <pc:spChg chg="mod">
          <ac:chgData name="Guest User" userId="S::urn:spo:tenantanon#dbceb226-06a0-43fb-a01f-ab576fcb96b9::" providerId="AD" clId="Web-{DD69B2F3-B230-DE53-CEEC-1701A79B90B3}" dt="2026-10-20T04:51:23.966" v="36" actId="1076"/>
          <ac:spMkLst>
            <pc:docMk/>
            <pc:sldMk cId="0" sldId="267"/>
            <ac:spMk id="20" creationId="{E085021A-F61C-78F1-D271-111048A45EE4}"/>
          </ac:spMkLst>
        </pc:spChg>
      </pc:sldChg>
      <pc:sldChg chg="modNotes">
        <pc:chgData name="Guest User" userId="S::urn:spo:tenantanon#dbceb226-06a0-43fb-a01f-ab576fcb96b9::" providerId="AD" clId="Web-{DD69B2F3-B230-DE53-CEEC-1701A79B90B3}" dt="2026-10-20T04:48:04.444" v="14"/>
        <pc:sldMkLst>
          <pc:docMk/>
          <pc:sldMk cId="0" sldId="272"/>
        </pc:sldMkLst>
      </pc:sldChg>
    </pc:docChg>
  </pc:docChgLst>
  <pc:docChgLst>
    <pc:chgData name="Guest User" userId="S::urn:spo:tenantanon#dbceb226-06a0-43fb-a01f-ab576fcb96b9::" providerId="AD" clId="Web-{D5FCE3B4-1E14-8780-EA04-F610B61CDA1F}"/>
    <pc:docChg chg="modSld">
      <pc:chgData name="Guest User" userId="S::urn:spo:tenantanon#dbceb226-06a0-43fb-a01f-ab576fcb96b9::" providerId="AD" clId="Web-{D5FCE3B4-1E14-8780-EA04-F610B61CDA1F}" dt="2026-10-20T02:11:08.267" v="12" actId="20577"/>
      <pc:docMkLst>
        <pc:docMk/>
      </pc:docMkLst>
      <pc:sldChg chg="modSp">
        <pc:chgData name="Guest User" userId="S::urn:spo:tenantanon#dbceb226-06a0-43fb-a01f-ab576fcb96b9::" providerId="AD" clId="Web-{D5FCE3B4-1E14-8780-EA04-F610B61CDA1F}" dt="2026-10-20T02:10:34.860" v="0" actId="20577"/>
        <pc:sldMkLst>
          <pc:docMk/>
          <pc:sldMk cId="0" sldId="263"/>
        </pc:sldMkLst>
        <pc:spChg chg="mod">
          <ac:chgData name="Guest User" userId="S::urn:spo:tenantanon#dbceb226-06a0-43fb-a01f-ab576fcb96b9::" providerId="AD" clId="Web-{D5FCE3B4-1E14-8780-EA04-F610B61CDA1F}" dt="2026-10-20T02:10:34.860" v="0" actId="20577"/>
          <ac:spMkLst>
            <pc:docMk/>
            <pc:sldMk cId="0" sldId="263"/>
            <ac:spMk id="2" creationId="{00000000-0000-0000-0000-000000000000}"/>
          </ac:spMkLst>
        </pc:spChg>
      </pc:sldChg>
      <pc:sldChg chg="modSp">
        <pc:chgData name="Guest User" userId="S::urn:spo:tenantanon#dbceb226-06a0-43fb-a01f-ab576fcb96b9::" providerId="AD" clId="Web-{D5FCE3B4-1E14-8780-EA04-F610B61CDA1F}" dt="2026-10-20T02:10:39.923" v="2" actId="20577"/>
        <pc:sldMkLst>
          <pc:docMk/>
          <pc:sldMk cId="0" sldId="264"/>
        </pc:sldMkLst>
        <pc:spChg chg="mod">
          <ac:chgData name="Guest User" userId="S::urn:spo:tenantanon#dbceb226-06a0-43fb-a01f-ab576fcb96b9::" providerId="AD" clId="Web-{D5FCE3B4-1E14-8780-EA04-F610B61CDA1F}" dt="2026-10-20T02:10:39.923" v="2" actId="20577"/>
          <ac:spMkLst>
            <pc:docMk/>
            <pc:sldMk cId="0" sldId="264"/>
            <ac:spMk id="2" creationId="{00000000-0000-0000-0000-000000000000}"/>
          </ac:spMkLst>
        </pc:spChg>
      </pc:sldChg>
      <pc:sldChg chg="modSp">
        <pc:chgData name="Guest User" userId="S::urn:spo:tenantanon#dbceb226-06a0-43fb-a01f-ab576fcb96b9::" providerId="AD" clId="Web-{D5FCE3B4-1E14-8780-EA04-F610B61CDA1F}" dt="2026-10-20T02:10:48.688" v="6" actId="20577"/>
        <pc:sldMkLst>
          <pc:docMk/>
          <pc:sldMk cId="0" sldId="265"/>
        </pc:sldMkLst>
        <pc:spChg chg="mod">
          <ac:chgData name="Guest User" userId="S::urn:spo:tenantanon#dbceb226-06a0-43fb-a01f-ab576fcb96b9::" providerId="AD" clId="Web-{D5FCE3B4-1E14-8780-EA04-F610B61CDA1F}" dt="2026-10-20T02:10:48.688" v="6" actId="20577"/>
          <ac:spMkLst>
            <pc:docMk/>
            <pc:sldMk cId="0" sldId="265"/>
            <ac:spMk id="2" creationId="{00000000-0000-0000-0000-000000000000}"/>
          </ac:spMkLst>
        </pc:spChg>
      </pc:sldChg>
      <pc:sldChg chg="modSp">
        <pc:chgData name="Guest User" userId="S::urn:spo:tenantanon#dbceb226-06a0-43fb-a01f-ab576fcb96b9::" providerId="AD" clId="Web-{D5FCE3B4-1E14-8780-EA04-F610B61CDA1F}" dt="2026-10-20T02:10:53.360" v="7" actId="20577"/>
        <pc:sldMkLst>
          <pc:docMk/>
          <pc:sldMk cId="0" sldId="266"/>
        </pc:sldMkLst>
        <pc:spChg chg="mod">
          <ac:chgData name="Guest User" userId="S::urn:spo:tenantanon#dbceb226-06a0-43fb-a01f-ab576fcb96b9::" providerId="AD" clId="Web-{D5FCE3B4-1E14-8780-EA04-F610B61CDA1F}" dt="2026-10-20T02:10:53.360" v="7" actId="20577"/>
          <ac:spMkLst>
            <pc:docMk/>
            <pc:sldMk cId="0" sldId="266"/>
            <ac:spMk id="2" creationId="{00000000-0000-0000-0000-000000000000}"/>
          </ac:spMkLst>
        </pc:spChg>
      </pc:sldChg>
      <pc:sldChg chg="modSp">
        <pc:chgData name="Guest User" userId="S::urn:spo:tenantanon#dbceb226-06a0-43fb-a01f-ab576fcb96b9::" providerId="AD" clId="Web-{D5FCE3B4-1E14-8780-EA04-F610B61CDA1F}" dt="2026-10-20T02:10:57.736" v="8" actId="20577"/>
        <pc:sldMkLst>
          <pc:docMk/>
          <pc:sldMk cId="0" sldId="267"/>
        </pc:sldMkLst>
        <pc:spChg chg="mod">
          <ac:chgData name="Guest User" userId="S::urn:spo:tenantanon#dbceb226-06a0-43fb-a01f-ab576fcb96b9::" providerId="AD" clId="Web-{D5FCE3B4-1E14-8780-EA04-F610B61CDA1F}" dt="2026-10-20T02:10:57.736" v="8" actId="20577"/>
          <ac:spMkLst>
            <pc:docMk/>
            <pc:sldMk cId="0" sldId="267"/>
            <ac:spMk id="2" creationId="{00000000-0000-0000-0000-000000000000}"/>
          </ac:spMkLst>
        </pc:spChg>
      </pc:sldChg>
      <pc:sldChg chg="modSp">
        <pc:chgData name="Guest User" userId="S::urn:spo:tenantanon#dbceb226-06a0-43fb-a01f-ab576fcb96b9::" providerId="AD" clId="Web-{D5FCE3B4-1E14-8780-EA04-F610B61CDA1F}" dt="2026-10-20T02:11:01.501" v="10" actId="20577"/>
        <pc:sldMkLst>
          <pc:docMk/>
          <pc:sldMk cId="0" sldId="268"/>
        </pc:sldMkLst>
        <pc:spChg chg="mod">
          <ac:chgData name="Guest User" userId="S::urn:spo:tenantanon#dbceb226-06a0-43fb-a01f-ab576fcb96b9::" providerId="AD" clId="Web-{D5FCE3B4-1E14-8780-EA04-F610B61CDA1F}" dt="2026-10-20T02:11:01.501" v="10" actId="20577"/>
          <ac:spMkLst>
            <pc:docMk/>
            <pc:sldMk cId="0" sldId="268"/>
            <ac:spMk id="20" creationId="{1A6600EC-68EC-DCAC-7B70-81828631C680}"/>
          </ac:spMkLst>
        </pc:spChg>
      </pc:sldChg>
      <pc:sldChg chg="modSp">
        <pc:chgData name="Guest User" userId="S::urn:spo:tenantanon#dbceb226-06a0-43fb-a01f-ab576fcb96b9::" providerId="AD" clId="Web-{D5FCE3B4-1E14-8780-EA04-F610B61CDA1F}" dt="2026-10-20T02:11:04.204" v="11" actId="20577"/>
        <pc:sldMkLst>
          <pc:docMk/>
          <pc:sldMk cId="0" sldId="269"/>
        </pc:sldMkLst>
        <pc:spChg chg="mod">
          <ac:chgData name="Guest User" userId="S::urn:spo:tenantanon#dbceb226-06a0-43fb-a01f-ab576fcb96b9::" providerId="AD" clId="Web-{D5FCE3B4-1E14-8780-EA04-F610B61CDA1F}" dt="2026-10-20T02:11:04.204" v="11" actId="20577"/>
          <ac:spMkLst>
            <pc:docMk/>
            <pc:sldMk cId="0" sldId="269"/>
            <ac:spMk id="2" creationId="{00000000-0000-0000-0000-000000000000}"/>
          </ac:spMkLst>
        </pc:spChg>
      </pc:sldChg>
      <pc:sldChg chg="modSp">
        <pc:chgData name="Guest User" userId="S::urn:spo:tenantanon#dbceb226-06a0-43fb-a01f-ab576fcb96b9::" providerId="AD" clId="Web-{D5FCE3B4-1E14-8780-EA04-F610B61CDA1F}" dt="2026-10-20T02:11:08.267" v="12" actId="20577"/>
        <pc:sldMkLst>
          <pc:docMk/>
          <pc:sldMk cId="0" sldId="270"/>
        </pc:sldMkLst>
        <pc:spChg chg="mod">
          <ac:chgData name="Guest User" userId="S::urn:spo:tenantanon#dbceb226-06a0-43fb-a01f-ab576fcb96b9::" providerId="AD" clId="Web-{D5FCE3B4-1E14-8780-EA04-F610B61CDA1F}" dt="2026-10-20T02:11:08.267" v="12" actId="20577"/>
          <ac:spMkLst>
            <pc:docMk/>
            <pc:sldMk cId="0" sldId="270"/>
            <ac:spMk id="2" creationId="{00000000-0000-0000-0000-000000000000}"/>
          </ac:spMkLst>
        </pc:spChg>
      </pc:sldChg>
      <pc:sldChg chg="modSp">
        <pc:chgData name="Guest User" userId="S::urn:spo:tenantanon#dbceb226-06a0-43fb-a01f-ab576fcb96b9::" providerId="AD" clId="Web-{D5FCE3B4-1E14-8780-EA04-F610B61CDA1F}" dt="2026-10-20T02:10:44.626" v="4" actId="20577"/>
        <pc:sldMkLst>
          <pc:docMk/>
          <pc:sldMk cId="0" sldId="272"/>
        </pc:sldMkLst>
        <pc:spChg chg="mod">
          <ac:chgData name="Guest User" userId="S::urn:spo:tenantanon#dbceb226-06a0-43fb-a01f-ab576fcb96b9::" providerId="AD" clId="Web-{D5FCE3B4-1E14-8780-EA04-F610B61CDA1F}" dt="2026-10-20T02:10:44.626" v="4" actId="20577"/>
          <ac:spMkLst>
            <pc:docMk/>
            <pc:sldMk cId="0" sldId="272"/>
            <ac:spMk id="2" creationId="{00000000-0000-0000-0000-000000000000}"/>
          </ac:spMkLst>
        </pc:spChg>
      </pc:sldChg>
    </pc:docChg>
  </pc:docChgLst>
  <pc:docChgLst>
    <pc:chgData name="Guest User" userId="S::urn:spo:tenantanon#dbceb226-06a0-43fb-a01f-ab576fcb96b9::" providerId="AD" clId="Web-{B5F8BA38-02AD-18E6-CD5C-5F1DD6CCF7DF}"/>
    <pc:docChg chg="addSld delSld modSld">
      <pc:chgData name="Guest User" userId="S::urn:spo:tenantanon#dbceb226-06a0-43fb-a01f-ab576fcb96b9::" providerId="AD" clId="Web-{B5F8BA38-02AD-18E6-CD5C-5F1DD6CCF7DF}" dt="2026-10-20T02:08:06.790" v="23" actId="1076"/>
      <pc:docMkLst>
        <pc:docMk/>
      </pc:docMkLst>
      <pc:sldChg chg="del">
        <pc:chgData name="Guest User" userId="S::urn:spo:tenantanon#dbceb226-06a0-43fb-a01f-ab576fcb96b9::" providerId="AD" clId="Web-{B5F8BA38-02AD-18E6-CD5C-5F1DD6CCF7DF}" dt="2026-10-20T02:05:37.051" v="13"/>
        <pc:sldMkLst>
          <pc:docMk/>
          <pc:sldMk cId="0" sldId="256"/>
        </pc:sldMkLst>
      </pc:sldChg>
      <pc:sldChg chg="del">
        <pc:chgData name="Guest User" userId="S::urn:spo:tenantanon#dbceb226-06a0-43fb-a01f-ab576fcb96b9::" providerId="AD" clId="Web-{B5F8BA38-02AD-18E6-CD5C-5F1DD6CCF7DF}" dt="2026-10-20T02:05:37.051" v="12"/>
        <pc:sldMkLst>
          <pc:docMk/>
          <pc:sldMk cId="0" sldId="257"/>
        </pc:sldMkLst>
      </pc:sldChg>
      <pc:sldChg chg="del">
        <pc:chgData name="Guest User" userId="S::urn:spo:tenantanon#dbceb226-06a0-43fb-a01f-ab576fcb96b9::" providerId="AD" clId="Web-{B5F8BA38-02AD-18E6-CD5C-5F1DD6CCF7DF}" dt="2026-10-20T02:05:37.051" v="11"/>
        <pc:sldMkLst>
          <pc:docMk/>
          <pc:sldMk cId="0" sldId="258"/>
        </pc:sldMkLst>
      </pc:sldChg>
      <pc:sldChg chg="del">
        <pc:chgData name="Guest User" userId="S::urn:spo:tenantanon#dbceb226-06a0-43fb-a01f-ab576fcb96b9::" providerId="AD" clId="Web-{B5F8BA38-02AD-18E6-CD5C-5F1DD6CCF7DF}" dt="2026-10-20T02:05:37.035" v="10"/>
        <pc:sldMkLst>
          <pc:docMk/>
          <pc:sldMk cId="0" sldId="259"/>
        </pc:sldMkLst>
      </pc:sldChg>
      <pc:sldChg chg="del">
        <pc:chgData name="Guest User" userId="S::urn:spo:tenantanon#dbceb226-06a0-43fb-a01f-ab576fcb96b9::" providerId="AD" clId="Web-{B5F8BA38-02AD-18E6-CD5C-5F1DD6CCF7DF}" dt="2026-10-20T02:05:37.035" v="9"/>
        <pc:sldMkLst>
          <pc:docMk/>
          <pc:sldMk cId="0" sldId="260"/>
        </pc:sldMkLst>
      </pc:sldChg>
      <pc:sldChg chg="del">
        <pc:chgData name="Guest User" userId="S::urn:spo:tenantanon#dbceb226-06a0-43fb-a01f-ab576fcb96b9::" providerId="AD" clId="Web-{B5F8BA38-02AD-18E6-CD5C-5F1DD6CCF7DF}" dt="2026-10-20T02:05:37.035" v="8"/>
        <pc:sldMkLst>
          <pc:docMk/>
          <pc:sldMk cId="0" sldId="261"/>
        </pc:sldMkLst>
      </pc:sldChg>
      <pc:sldChg chg="del">
        <pc:chgData name="Guest User" userId="S::urn:spo:tenantanon#dbceb226-06a0-43fb-a01f-ab576fcb96b9::" providerId="AD" clId="Web-{B5F8BA38-02AD-18E6-CD5C-5F1DD6CCF7DF}" dt="2026-10-20T02:05:37.035" v="7"/>
        <pc:sldMkLst>
          <pc:docMk/>
          <pc:sldMk cId="0" sldId="262"/>
        </pc:sldMkLst>
      </pc:sldChg>
      <pc:sldChg chg="add">
        <pc:chgData name="Guest User" userId="S::urn:spo:tenantanon#dbceb226-06a0-43fb-a01f-ab576fcb96b9::" providerId="AD" clId="Web-{B5F8BA38-02AD-18E6-CD5C-5F1DD6CCF7DF}" dt="2026-10-20T02:05:24.081" v="0"/>
        <pc:sldMkLst>
          <pc:docMk/>
          <pc:sldMk cId="745963137" sldId="273"/>
        </pc:sldMkLst>
      </pc:sldChg>
      <pc:sldChg chg="addSp delSp modSp add">
        <pc:chgData name="Guest User" userId="S::urn:spo:tenantanon#dbceb226-06a0-43fb-a01f-ab576fcb96b9::" providerId="AD" clId="Web-{B5F8BA38-02AD-18E6-CD5C-5F1DD6CCF7DF}" dt="2026-10-20T02:07:12.507" v="17"/>
        <pc:sldMkLst>
          <pc:docMk/>
          <pc:sldMk cId="539153899" sldId="274"/>
        </pc:sldMkLst>
        <pc:spChg chg="add mod">
          <ac:chgData name="Guest User" userId="S::urn:spo:tenantanon#dbceb226-06a0-43fb-a01f-ab576fcb96b9::" providerId="AD" clId="Web-{B5F8BA38-02AD-18E6-CD5C-5F1DD6CCF7DF}" dt="2026-10-20T02:07:12.507" v="17"/>
          <ac:spMkLst>
            <pc:docMk/>
            <pc:sldMk cId="539153899" sldId="274"/>
            <ac:spMk id="3" creationId="{A0F57328-5A3E-5374-67F8-F04DD6975D8C}"/>
          </ac:spMkLst>
        </pc:spChg>
        <pc:spChg chg="del mod">
          <ac:chgData name="Guest User" userId="S::urn:spo:tenantanon#dbceb226-06a0-43fb-a01f-ab576fcb96b9::" providerId="AD" clId="Web-{B5F8BA38-02AD-18E6-CD5C-5F1DD6CCF7DF}" dt="2026-10-20T02:06:24.833" v="15"/>
          <ac:spMkLst>
            <pc:docMk/>
            <pc:sldMk cId="539153899" sldId="274"/>
            <ac:spMk id="35" creationId="{B80F4A55-84E4-CB88-3066-EA3944EBFF2B}"/>
          </ac:spMkLst>
        </pc:spChg>
      </pc:sldChg>
      <pc:sldChg chg="modSp add">
        <pc:chgData name="Guest User" userId="S::urn:spo:tenantanon#dbceb226-06a0-43fb-a01f-ab576fcb96b9::" providerId="AD" clId="Web-{B5F8BA38-02AD-18E6-CD5C-5F1DD6CCF7DF}" dt="2026-10-20T02:07:58.321" v="22"/>
        <pc:sldMkLst>
          <pc:docMk/>
          <pc:sldMk cId="728615792" sldId="275"/>
        </pc:sldMkLst>
        <pc:spChg chg="mod">
          <ac:chgData name="Guest User" userId="S::urn:spo:tenantanon#dbceb226-06a0-43fb-a01f-ab576fcb96b9::" providerId="AD" clId="Web-{B5F8BA38-02AD-18E6-CD5C-5F1DD6CCF7DF}" dt="2026-10-20T02:07:58.321" v="22"/>
          <ac:spMkLst>
            <pc:docMk/>
            <pc:sldMk cId="728615792" sldId="275"/>
            <ac:spMk id="11" creationId="{D29A8809-0BAE-995D-06EA-2F866A383361}"/>
          </ac:spMkLst>
        </pc:spChg>
      </pc:sldChg>
      <pc:sldChg chg="modSp add">
        <pc:chgData name="Guest User" userId="S::urn:spo:tenantanon#dbceb226-06a0-43fb-a01f-ab576fcb96b9::" providerId="AD" clId="Web-{B5F8BA38-02AD-18E6-CD5C-5F1DD6CCF7DF}" dt="2026-10-20T02:08:06.790" v="23" actId="1076"/>
        <pc:sldMkLst>
          <pc:docMk/>
          <pc:sldMk cId="2648591807" sldId="276"/>
        </pc:sldMkLst>
        <pc:spChg chg="mod">
          <ac:chgData name="Guest User" userId="S::urn:spo:tenantanon#dbceb226-06a0-43fb-a01f-ab576fcb96b9::" providerId="AD" clId="Web-{B5F8BA38-02AD-18E6-CD5C-5F1DD6CCF7DF}" dt="2026-10-20T02:07:52.899" v="21"/>
          <ac:spMkLst>
            <pc:docMk/>
            <pc:sldMk cId="2648591807" sldId="276"/>
            <ac:spMk id="30" creationId="{54982393-90BF-98B3-FEF3-2C117B8B890E}"/>
          </ac:spMkLst>
        </pc:spChg>
        <pc:picChg chg="mod">
          <ac:chgData name="Guest User" userId="S::urn:spo:tenantanon#dbceb226-06a0-43fb-a01f-ab576fcb96b9::" providerId="AD" clId="Web-{B5F8BA38-02AD-18E6-CD5C-5F1DD6CCF7DF}" dt="2026-10-20T02:08:06.790" v="23" actId="1076"/>
          <ac:picMkLst>
            <pc:docMk/>
            <pc:sldMk cId="2648591807" sldId="276"/>
            <ac:picMk id="2" creationId="{00000000-0000-0000-0000-000000000000}"/>
          </ac:picMkLst>
        </pc:picChg>
      </pc:sldChg>
      <pc:sldChg chg="modSp add">
        <pc:chgData name="Guest User" userId="S::urn:spo:tenantanon#dbceb226-06a0-43fb-a01f-ab576fcb96b9::" providerId="AD" clId="Web-{B5F8BA38-02AD-18E6-CD5C-5F1DD6CCF7DF}" dt="2026-10-20T02:07:45.352" v="20"/>
        <pc:sldMkLst>
          <pc:docMk/>
          <pc:sldMk cId="2933673502" sldId="277"/>
        </pc:sldMkLst>
        <pc:spChg chg="mod">
          <ac:chgData name="Guest User" userId="S::urn:spo:tenantanon#dbceb226-06a0-43fb-a01f-ab576fcb96b9::" providerId="AD" clId="Web-{B5F8BA38-02AD-18E6-CD5C-5F1DD6CCF7DF}" dt="2026-10-20T02:07:45.352" v="20"/>
          <ac:spMkLst>
            <pc:docMk/>
            <pc:sldMk cId="2933673502" sldId="277"/>
            <ac:spMk id="8" creationId="{A60863B8-DCE6-67E5-1498-FA37FBC8AEEB}"/>
          </ac:spMkLst>
        </pc:spChg>
      </pc:sldChg>
      <pc:sldChg chg="modSp add">
        <pc:chgData name="Guest User" userId="S::urn:spo:tenantanon#dbceb226-06a0-43fb-a01f-ab576fcb96b9::" providerId="AD" clId="Web-{B5F8BA38-02AD-18E6-CD5C-5F1DD6CCF7DF}" dt="2026-10-20T02:07:37.945" v="19" actId="20577"/>
        <pc:sldMkLst>
          <pc:docMk/>
          <pc:sldMk cId="472094193" sldId="278"/>
        </pc:sldMkLst>
        <pc:spChg chg="mod">
          <ac:chgData name="Guest User" userId="S::urn:spo:tenantanon#dbceb226-06a0-43fb-a01f-ab576fcb96b9::" providerId="AD" clId="Web-{B5F8BA38-02AD-18E6-CD5C-5F1DD6CCF7DF}" dt="2026-10-20T02:07:37.945" v="19" actId="20577"/>
          <ac:spMkLst>
            <pc:docMk/>
            <pc:sldMk cId="472094193" sldId="278"/>
            <ac:spMk id="8" creationId="{A60863B8-DCE6-67E5-1498-FA37FBC8AEEB}"/>
          </ac:spMkLst>
        </pc:spChg>
      </pc:sldChg>
      <pc:sldChg chg="modSp add">
        <pc:chgData name="Guest User" userId="S::urn:spo:tenantanon#dbceb226-06a0-43fb-a01f-ab576fcb96b9::" providerId="AD" clId="Web-{B5F8BA38-02AD-18E6-CD5C-5F1DD6CCF7DF}" dt="2026-10-20T02:07:30.773" v="18"/>
        <pc:sldMkLst>
          <pc:docMk/>
          <pc:sldMk cId="1854210780" sldId="279"/>
        </pc:sldMkLst>
        <pc:spChg chg="mod">
          <ac:chgData name="Guest User" userId="S::urn:spo:tenantanon#dbceb226-06a0-43fb-a01f-ab576fcb96b9::" providerId="AD" clId="Web-{B5F8BA38-02AD-18E6-CD5C-5F1DD6CCF7DF}" dt="2026-10-20T02:07:30.773" v="18"/>
          <ac:spMkLst>
            <pc:docMk/>
            <pc:sldMk cId="1854210780" sldId="279"/>
            <ac:spMk id="30" creationId="{54982393-90BF-98B3-FEF3-2C117B8B890E}"/>
          </ac:spMkLst>
        </pc:spChg>
      </pc:sldChg>
      <pc:sldMasterChg chg="addSldLayout">
        <pc:chgData name="Guest User" userId="S::urn:spo:tenantanon#dbceb226-06a0-43fb-a01f-ab576fcb96b9::" providerId="AD" clId="Web-{B5F8BA38-02AD-18E6-CD5C-5F1DD6CCF7DF}" dt="2026-10-20T02:05:24.081" v="0"/>
        <pc:sldMasterMkLst>
          <pc:docMk/>
          <pc:sldMasterMk cId="0" sldId="2147483648"/>
        </pc:sldMasterMkLst>
        <pc:sldLayoutChg chg="add">
          <pc:chgData name="Guest User" userId="S::urn:spo:tenantanon#dbceb226-06a0-43fb-a01f-ab576fcb96b9::" providerId="AD" clId="Web-{B5F8BA38-02AD-18E6-CD5C-5F1DD6CCF7DF}" dt="2026-10-20T02:05:24.081" v="0"/>
          <pc:sldLayoutMkLst>
            <pc:docMk/>
            <pc:sldMasterMk cId="0" sldId="2147483648"/>
            <pc:sldLayoutMk cId="233998202" sldId="214748365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773575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中間報告として</a:t>
            </a:r>
            <a:r>
              <a:rPr dirty="0"/>
              <a:t>、</a:t>
            </a:r>
            <a:r>
              <a:rPr lang="ja-JP" altLang="en-US"/>
              <a:t>嶺田・山村チームの</a:t>
            </a:r>
            <a:r>
              <a:rPr dirty="0"/>
              <a:t>SO-101ロボットアーム</a:t>
            </a:r>
            <a:r>
              <a:rPr lang="ja-JP" altLang="en-US"/>
              <a:t>についての進捗を</a:t>
            </a:r>
            <a:r>
              <a:rPr dirty="0" err="1"/>
              <a:t>発表します</a:t>
            </a:r>
            <a:r>
              <a:rPr dirty="0"/>
              <a:t>。</a:t>
            </a:r>
          </a:p>
          <a:p>
            <a:endParaRPr lang="en-US" dirty="0"/>
          </a:p>
          <a:p>
            <a:endParaRPr lang="en-US" dirty="0"/>
          </a:p>
          <a:p>
            <a:r>
              <a:rPr lang="ja-JP" altLang="en-US"/>
              <a:t>重複していることもあるけど</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まず、こ</a:t>
            </a:r>
            <a:r>
              <a:rPr lang="ja-JP" altLang="en-US">
                <a:ea typeface="游ゴシック"/>
              </a:rPr>
              <a:t>れ</a:t>
            </a:r>
            <a:r>
              <a:rPr dirty="0" err="1"/>
              <a:t>までの流れです</a:t>
            </a:r>
            <a:r>
              <a:rPr dirty="0"/>
              <a:t>。</a:t>
            </a:r>
          </a:p>
          <a:p>
            <a:endParaRPr dirty="0"/>
          </a:p>
          <a:p>
            <a:r>
              <a:rPr dirty="0"/>
              <a:t>第5回から</a:t>
            </a:r>
            <a:r>
              <a:rPr lang="ja-JP" altLang="en-US">
                <a:ea typeface="游ゴシック"/>
              </a:rPr>
              <a:t>ロボットアーム開発に</a:t>
            </a:r>
            <a:r>
              <a:rPr dirty="0" err="1"/>
              <a:t>着手し</a:t>
            </a:r>
            <a:r>
              <a:rPr lang="ja-JP" altLang="en-US">
                <a:ea typeface="游ゴシック"/>
              </a:rPr>
              <a:t>部品の</a:t>
            </a:r>
            <a:r>
              <a:rPr lang="en-US" altLang="ja-JP" dirty="0">
                <a:ea typeface="游ゴシック"/>
              </a:rPr>
              <a:t>3</a:t>
            </a:r>
            <a:r>
              <a:rPr lang="en-US" dirty="0"/>
              <a:t>D</a:t>
            </a:r>
            <a:r>
              <a:rPr lang="ja-JP" altLang="en-US">
                <a:ea typeface="游ゴシック"/>
              </a:rPr>
              <a:t>プリントと、モーターの設定を並行して行いました．</a:t>
            </a:r>
            <a:endParaRPr lang="en-US" altLang="ja-JP" dirty="0">
              <a:ea typeface="游ゴシック"/>
            </a:endParaRPr>
          </a:p>
          <a:p>
            <a:endParaRPr lang="en-US" dirty="0"/>
          </a:p>
          <a:p>
            <a:r>
              <a:rPr dirty="0"/>
              <a:t>第6</a:t>
            </a:r>
            <a:r>
              <a:rPr lang="ja-JP">
                <a:ea typeface="游ゴシック"/>
              </a:rPr>
              <a:t>回</a:t>
            </a:r>
            <a:r>
              <a:rPr lang="ja-JP" altLang="en-US">
                <a:ea typeface="游ゴシック"/>
              </a:rPr>
              <a:t>で</a:t>
            </a:r>
            <a:r>
              <a:rPr lang="ja-JP">
                <a:ea typeface="游ゴシック"/>
              </a:rPr>
              <a:t>アームを組み上げ</a:t>
            </a:r>
            <a:r>
              <a:rPr dirty="0"/>
              <a:t>、</a:t>
            </a:r>
            <a:r>
              <a:rPr lang="ja-JP" altLang="en-US" err="1"/>
              <a:t>同じ日にキャリブレーションやテレオペレーションまで実施しました</a:t>
            </a:r>
            <a:r>
              <a:rPr dirty="0"/>
              <a:t>。</a:t>
            </a:r>
            <a:endParaRPr lang="en-US" dirty="0">
              <a:ea typeface="游ゴシック"/>
            </a:endParaRPr>
          </a:p>
          <a:p>
            <a:endParaRPr dirty="0"/>
          </a:p>
          <a:p>
            <a:r>
              <a:rPr dirty="0"/>
              <a:t>第7回・第8回で学習のフェーズに入り、カメラ1つの構成と2つの構成でそれぞれ学習を行っています。</a:t>
            </a:r>
          </a:p>
          <a:p>
            <a:endParaRPr dirty="0"/>
          </a:p>
          <a:p>
            <a:r>
              <a:rPr dirty="0"/>
              <a:t>そして第9</a:t>
            </a:r>
            <a:r>
              <a:rPr lang="ja-JP">
                <a:ea typeface="游ゴシック"/>
              </a:rPr>
              <a:t>回</a:t>
            </a:r>
            <a:r>
              <a:rPr lang="ja-JP" altLang="en-US">
                <a:ea typeface="游ゴシック"/>
              </a:rPr>
              <a:t>で</a:t>
            </a:r>
            <a:r>
              <a:rPr dirty="0"/>
              <a:t>、</a:t>
            </a:r>
            <a:r>
              <a:rPr lang="ja-JP" altLang="en-US" err="1"/>
              <a:t>条件を変えて作ったモデルを比較しました</a:t>
            </a:r>
            <a:r>
              <a:rPr dirty="0"/>
              <a:t>。</a:t>
            </a:r>
            <a:endParaRPr lang="en-US" dirty="0">
              <a:ea typeface="游ゴシック"/>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0"/>
            <a:r>
              <a:rPr lang="ja-JP" altLang="ja-JP"/>
              <a:t>まず3Dプリントについてです。</a:t>
            </a:r>
          </a:p>
          <a:p>
            <a:pPr rtl="0"/>
            <a:r>
              <a:rPr lang="ja-JP" altLang="ja-JP">
                <a:ea typeface="游ゴシック"/>
              </a:rPr>
              <a:t>流れは4ステップで、パーツのモデルであるSTLファイルを入手し、印刷し</a:t>
            </a:r>
            <a:r>
              <a:rPr lang="ja-JP" altLang="en-US">
                <a:ea typeface="游ゴシック"/>
              </a:rPr>
              <a:t>て</a:t>
            </a:r>
            <a:r>
              <a:rPr lang="ja-JP" altLang="ja-JP">
                <a:ea typeface="游ゴシック"/>
              </a:rPr>
              <a:t>、組み立て前にバリ取りを行います。</a:t>
            </a:r>
            <a:endParaRPr lang="en-US" altLang="ja-JP" dirty="0">
              <a:ea typeface="游ゴシック"/>
            </a:endParaRPr>
          </a:p>
          <a:p>
            <a:pPr rtl="0"/>
            <a:endParaRPr lang="ja-JP" altLang="ja-JP"/>
          </a:p>
          <a:p>
            <a:pPr rtl="0"/>
            <a:r>
              <a:rPr lang="ja-JP" altLang="ja-JP">
                <a:ea typeface="游ゴシック"/>
              </a:rPr>
              <a:t>モデルは最初Bambuのライブラリにあるものを使っていましたが、印刷面が粗くなったり、フィラメントが絡まるスパゲッティ印刷エラーが起きたりしました。そこで公式のモデルに切り替えたところ、安定して印刷できるようになりました。</a:t>
            </a:r>
            <a:endParaRPr lang="en-US" altLang="ja-JP" dirty="0">
              <a:ea typeface="游ゴシック"/>
            </a:endParaRPr>
          </a:p>
          <a:p>
            <a:endParaRPr lang="ja-JP" altLang="ja-JP">
              <a:ea typeface="游ゴシック"/>
            </a:endParaRPr>
          </a:p>
          <a:p>
            <a:r>
              <a:rPr lang="ja-JP" altLang="ja-JP">
                <a:ea typeface="游ゴシック"/>
              </a:rPr>
              <a:t>次に、印刷工程で印象的だったのが、印刷にかかった時間です。これが想像以上にかかりました。</a:t>
            </a:r>
            <a:br>
              <a:rPr lang="ja-JP" altLang="ja-JP">
                <a:cs typeface="+mn-lt"/>
              </a:rPr>
            </a:br>
            <a:r>
              <a:rPr lang="ja-JP" altLang="ja-JP">
                <a:ea typeface="游ゴシック"/>
              </a:rPr>
              <a:t>最初に使っていたBambuのライブラリ版は、共通部品のプレートが1枚およそ9時間でこれを2枚、フォロワーとリーダーそれぞれのプレートが3時間半ほどで、合わせておよそ25時間。</a:t>
            </a:r>
          </a:p>
          <a:p>
            <a:r>
              <a:rPr lang="ja-JP" altLang="ja-JP">
                <a:ea typeface="游ゴシック"/>
              </a:rPr>
              <a:t>切り替えた先の公式のモデルは、1プレートおよそ16時間で2枚、合わせておよそ32時間でした。</a:t>
            </a:r>
            <a:endParaRPr lang="ja-JP"/>
          </a:p>
          <a:p>
            <a:pPr rtl="0"/>
            <a:r>
              <a:rPr lang="ja-JP" altLang="ja-JP">
                <a:ea typeface="游ゴシック"/>
              </a:rPr>
              <a:t>プリンタが動いているあいだは組み立てに進めないので、印刷はとにかく早く始めることが大事だと感じました。</a:t>
            </a:r>
          </a:p>
          <a:p>
            <a:pPr rtl="0"/>
            <a:endParaRPr lang="en-US" altLang="ja-JP" dirty="0"/>
          </a:p>
          <a:p>
            <a:pPr rtl="0"/>
            <a:r>
              <a:rPr lang="ja-JP" altLang="ja-JP">
                <a:ea typeface="游ゴシック"/>
              </a:rPr>
              <a:t>気をつけた点は、複数色の部品は一色ずつ印刷すること、組み立て前にバリをしっかり取ることです。</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ここからは組み立て</a:t>
            </a:r>
            <a:r>
              <a:rPr lang="ja-JP" altLang="en-US">
                <a:ea typeface="游ゴシック"/>
              </a:rPr>
              <a:t>について話します</a:t>
            </a:r>
            <a:r>
              <a:rPr dirty="0"/>
              <a:t>。手順は大きく4つあります。</a:t>
            </a:r>
          </a:p>
          <a:p>
            <a:endParaRPr dirty="0"/>
          </a:p>
          <a:p>
            <a:r>
              <a:rPr dirty="0" err="1"/>
              <a:t>まず、モーターの準備です</a:t>
            </a:r>
            <a:r>
              <a:rPr dirty="0"/>
              <a:t>。</a:t>
            </a:r>
            <a:endParaRPr dirty="0">
              <a:ea typeface="游ゴシック"/>
            </a:endParaRPr>
          </a:p>
          <a:p>
            <a:r>
              <a:rPr dirty="0"/>
              <a:t>フォロワーアームは同じモーターを6個使いますが、</a:t>
            </a:r>
            <a:r>
              <a:rPr lang="ja-JP"/>
              <a:t>リーダーアームは自分の重さを支えながら</a:t>
            </a:r>
            <a:r>
              <a:rPr dirty="0"/>
              <a:t>、人が手で軽く動かせる必要があるため、関節ごとにギア比の異なる3種類を使い分け</a:t>
            </a:r>
            <a:r>
              <a:rPr lang="ja-JP" altLang="en-US">
                <a:ea typeface="游ゴシック"/>
              </a:rPr>
              <a:t>ます。</a:t>
            </a:r>
          </a:p>
          <a:p>
            <a:endParaRPr lang="ja-JP" altLang="en-US"/>
          </a:p>
          <a:p>
            <a:r>
              <a:rPr dirty="0"/>
              <a:t>見た目では区別がつかなくなるので、組み立てを始める前に、フォロワーをF1からF6、リーダーをL1からL6</a:t>
            </a:r>
            <a:r>
              <a:rPr lang="ja-JP">
                <a:ea typeface="游ゴシック"/>
              </a:rPr>
              <a:t>とラベル付け</a:t>
            </a:r>
            <a:r>
              <a:rPr lang="ja-JP" altLang="en-US">
                <a:ea typeface="游ゴシック"/>
              </a:rPr>
              <a:t>を行いました</a:t>
            </a:r>
            <a:r>
              <a:rPr dirty="0"/>
              <a:t>。</a:t>
            </a:r>
            <a:endParaRPr dirty="0">
              <a:ea typeface="游ゴシック"/>
            </a:endParaRPr>
          </a:p>
          <a:p>
            <a:endParaRPr dirty="0"/>
          </a:p>
          <a:p>
            <a:r>
              <a:rPr dirty="0"/>
              <a:t>2つ目が、電源とUSBの接続です。</a:t>
            </a:r>
          </a:p>
          <a:p>
            <a:r>
              <a:rPr dirty="0"/>
              <a:t>モーターバスに電源をつなぎます。電圧はフォロワーが</a:t>
            </a:r>
            <a:r>
              <a:rPr lang="en-US" altLang="ja-JP" dirty="0">
                <a:ea typeface="游ゴシック"/>
              </a:rPr>
              <a:t>12</a:t>
            </a:r>
            <a:r>
              <a:rPr dirty="0"/>
              <a:t>V、</a:t>
            </a:r>
            <a:r>
              <a:rPr lang="ja-JP">
                <a:ea typeface="游ゴシック"/>
              </a:rPr>
              <a:t>リーダーは</a:t>
            </a:r>
            <a:r>
              <a:rPr lang="en-US" dirty="0"/>
              <a:t>5</a:t>
            </a:r>
            <a:r>
              <a:rPr dirty="0"/>
              <a:t>V</a:t>
            </a:r>
            <a:r>
              <a:rPr lang="ja-JP">
                <a:ea typeface="游ゴシック"/>
              </a:rPr>
              <a:t>と異な</a:t>
            </a:r>
            <a:r>
              <a:rPr lang="ja-JP" altLang="en-US"/>
              <a:t>ります</a:t>
            </a:r>
            <a:r>
              <a:rPr dirty="0"/>
              <a:t>。</a:t>
            </a:r>
            <a:endParaRPr dirty="0">
              <a:ea typeface="游ゴシック"/>
            </a:endParaRPr>
          </a:p>
          <a:p>
            <a:r>
              <a:rPr dirty="0" err="1"/>
              <a:t>ここで大事なのが、USBからは</a:t>
            </a:r>
            <a:r>
              <a:rPr lang="ja-JP" altLang="en-US">
                <a:ea typeface="游ゴシック"/>
              </a:rPr>
              <a:t>十分に</a:t>
            </a:r>
            <a:r>
              <a:rPr dirty="0" err="1"/>
              <a:t>電力が供給されないという点で、電源とUSB</a:t>
            </a:r>
            <a:r>
              <a:rPr lang="ja-JP" altLang="en-US">
                <a:ea typeface="游ゴシック"/>
              </a:rPr>
              <a:t>の両方をつなぐ必要がありました</a:t>
            </a:r>
            <a:r>
              <a:rPr dirty="0"/>
              <a:t>。</a:t>
            </a:r>
            <a:endParaRPr dirty="0">
              <a:ea typeface="游ゴシック"/>
            </a:endParaRPr>
          </a:p>
          <a:p>
            <a:endParaRPr dirty="0"/>
          </a:p>
          <a:p>
            <a:r>
              <a:rPr dirty="0"/>
              <a:t>3つ目が、モーターのID設定です。</a:t>
            </a:r>
          </a:p>
          <a:p>
            <a:r>
              <a:rPr dirty="0"/>
              <a:t>モーター1台ごとにIDを割り当てるのですが、まとめてではなく、1台ずつ</a:t>
            </a:r>
            <a:r>
              <a:rPr lang="ja-JP" altLang="en-US">
                <a:ea typeface="游ゴシック"/>
              </a:rPr>
              <a:t>順番に</a:t>
            </a:r>
            <a:r>
              <a:rPr lang="ja-JP">
                <a:ea typeface="游ゴシック"/>
              </a:rPr>
              <a:t>接続して設定する必要があり</a:t>
            </a:r>
            <a:r>
              <a:rPr lang="ja-JP" altLang="en-US"/>
              <a:t>ました</a:t>
            </a:r>
            <a:r>
              <a:rPr dirty="0"/>
              <a:t>。</a:t>
            </a:r>
            <a:endParaRPr dirty="0">
              <a:ea typeface="游ゴシック"/>
            </a:endParaRPr>
          </a:p>
          <a:p>
            <a:endParaRPr dirty="0"/>
          </a:p>
          <a:p>
            <a:r>
              <a:rPr dirty="0"/>
              <a:t>4つ目が、アームの組み立てです。</a:t>
            </a:r>
          </a:p>
          <a:p>
            <a:r>
              <a:rPr dirty="0" err="1"/>
              <a:t>ここで気をつけた点を、次のスライドでお話しします</a:t>
            </a:r>
            <a:r>
              <a:rPr dirty="0"/>
              <a:t>。</a:t>
            </a:r>
            <a:endParaRPr dirty="0">
              <a:ea typeface="游ゴシック"/>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03897-ADA4-67F3-0A1E-9164CED3D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A22E26-56A2-531C-342B-0C369116027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BDC5611-689D-3960-3D67-FF0BC485754B}"/>
              </a:ext>
            </a:extLst>
          </p:cNvPr>
          <p:cNvSpPr>
            <a:spLocks noGrp="1"/>
          </p:cNvSpPr>
          <p:nvPr>
            <p:ph type="body" sz="quarter" idx="3"/>
          </p:nvPr>
        </p:nvSpPr>
        <p:spPr/>
        <p:txBody>
          <a:bodyPr/>
          <a:lstStyle/>
          <a:p>
            <a:r>
              <a:rPr dirty="0"/>
              <a:t>実際に組み立ててみて分かったことが3つあります。</a:t>
            </a:r>
          </a:p>
          <a:p>
            <a:endParaRPr dirty="0"/>
          </a:p>
          <a:p>
            <a:r>
              <a:rPr dirty="0"/>
              <a:t>1つ目は、かかった時間です。</a:t>
            </a:r>
          </a:p>
          <a:p>
            <a:r>
              <a:rPr dirty="0"/>
              <a:t>アーム1台でおよそ1時間半かかりました。リーダーとフォロワーの2台なので、組み立てだけで3時間ほど</a:t>
            </a:r>
            <a:r>
              <a:rPr lang="ja-JP" altLang="en-US"/>
              <a:t>かかりました</a:t>
            </a:r>
            <a:r>
              <a:rPr dirty="0"/>
              <a:t>。</a:t>
            </a:r>
          </a:p>
          <a:p>
            <a:endParaRPr dirty="0"/>
          </a:p>
          <a:p>
            <a:r>
              <a:rPr dirty="0"/>
              <a:t>2つ目は、ケーブルです。</a:t>
            </a:r>
          </a:p>
          <a:p>
            <a:r>
              <a:rPr dirty="0" err="1"/>
              <a:t>ケーブルは</a:t>
            </a:r>
            <a:r>
              <a:rPr dirty="0"/>
              <a:t>、</a:t>
            </a:r>
            <a:r>
              <a:rPr lang="ja-JP">
                <a:ea typeface="游ゴシック"/>
              </a:rPr>
              <a:t>部品を組む前にモーターへ挿しておく必要がありあとから挿そうとすると</a:t>
            </a:r>
            <a:r>
              <a:rPr dirty="0"/>
              <a:t>、</a:t>
            </a:r>
            <a:r>
              <a:rPr lang="ja-JP">
                <a:ea typeface="游ゴシック"/>
              </a:rPr>
              <a:t>手が入らず非常に挿しづらくなりま</a:t>
            </a:r>
            <a:r>
              <a:rPr lang="ja-JP" altLang="en-US">
                <a:ea typeface="游ゴシック"/>
              </a:rPr>
              <a:t>した</a:t>
            </a:r>
            <a:r>
              <a:rPr dirty="0"/>
              <a:t>。</a:t>
            </a:r>
            <a:endParaRPr dirty="0">
              <a:ea typeface="游ゴシック"/>
            </a:endParaRPr>
          </a:p>
          <a:p>
            <a:endParaRPr dirty="0"/>
          </a:p>
          <a:p>
            <a:r>
              <a:rPr dirty="0"/>
              <a:t>3つ目が、</a:t>
            </a:r>
            <a:r>
              <a:rPr lang="ja-JP" altLang="en-US">
                <a:ea typeface="游ゴシック" panose="02110004020202020204"/>
              </a:rPr>
              <a:t>先ほどと</a:t>
            </a:r>
            <a:r>
              <a:rPr lang="ja-JP">
                <a:ea typeface="游ゴシック"/>
              </a:rPr>
              <a:t>重複してしまうのですが</a:t>
            </a:r>
            <a:r>
              <a:rPr dirty="0"/>
              <a:t>3Dプリント部品のバリ取りです。</a:t>
            </a:r>
          </a:p>
          <a:p>
            <a:r>
              <a:rPr lang="ja-JP" altLang="en-US"/>
              <a:t>ネジ穴にバリが残っていると</a:t>
            </a:r>
            <a:r>
              <a:rPr dirty="0"/>
              <a:t>、</a:t>
            </a:r>
            <a:r>
              <a:rPr lang="ja-JP">
                <a:ea typeface="游ゴシック"/>
              </a:rPr>
              <a:t>ネジや部品が本当に入らず，</a:t>
            </a:r>
            <a:r>
              <a:rPr lang="ja-JP" altLang="en-US">
                <a:ea typeface="游ゴシック"/>
              </a:rPr>
              <a:t>とても大変な思いをしました</a:t>
            </a:r>
            <a:r>
              <a:rPr dirty="0"/>
              <a:t>。</a:t>
            </a:r>
            <a:endParaRPr dirty="0">
              <a:ea typeface="游ゴシック"/>
            </a:endParaRPr>
          </a:p>
          <a:p>
            <a:endParaRPr dirty="0"/>
          </a:p>
          <a:p>
            <a:r>
              <a:rPr dirty="0" err="1"/>
              <a:t>右の動画は、組み上げたあとテレオペレーションで動作確認をしているところです</a:t>
            </a:r>
            <a:r>
              <a:rPr dirty="0"/>
              <a:t>。</a:t>
            </a:r>
            <a:endParaRPr dirty="0">
              <a:ea typeface="游ゴシック"/>
            </a:endParaRPr>
          </a:p>
        </p:txBody>
      </p:sp>
      <p:sp>
        <p:nvSpPr>
          <p:cNvPr id="4" name="Slide Number Placeholder 3">
            <a:extLst>
              <a:ext uri="{FF2B5EF4-FFF2-40B4-BE49-F238E27FC236}">
                <a16:creationId xmlns:a16="http://schemas.microsoft.com/office/drawing/2014/main" id="{3D24F237-1E59-5EA8-5F06-81D9CE35EB76}"/>
              </a:ext>
            </a:extLst>
          </p:cNvPr>
          <p:cNvSpPr>
            <a:spLocks noGrp="1"/>
          </p:cNvSpPr>
          <p:nvPr>
            <p:ph type="sldNum" sz="quarter" idx="5"/>
          </p:nvPr>
        </p:nvSpPr>
        <p:spPr/>
      </p:sp>
    </p:spTree>
    <p:extLst>
      <p:ext uri="{BB962C8B-B14F-4D97-AF65-F5344CB8AC3E}">
        <p14:creationId xmlns:p14="http://schemas.microsoft.com/office/powerpoint/2010/main" val="40243931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03897-ADA4-67F3-0A1E-9164CED3D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A22E26-56A2-531C-342B-0C369116027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BDC5611-689D-3960-3D67-FF0BC485754B}"/>
              </a:ext>
            </a:extLst>
          </p:cNvPr>
          <p:cNvSpPr>
            <a:spLocks noGrp="1"/>
          </p:cNvSpPr>
          <p:nvPr>
            <p:ph type="body" sz="quarter" idx="3"/>
          </p:nvPr>
        </p:nvSpPr>
        <p:spPr/>
        <p:txBody>
          <a:bodyPr/>
          <a:lstStyle/>
          <a:p>
            <a:r>
              <a:rPr lang="ja-JP" altLang="en-US">
                <a:ea typeface="游ゴシック"/>
              </a:rPr>
              <a:t>次に</a:t>
            </a:r>
            <a:r>
              <a:rPr dirty="0" err="1"/>
              <a:t>モーターの設定でつまずいた点です</a:t>
            </a:r>
            <a:r>
              <a:rPr dirty="0"/>
              <a:t>。</a:t>
            </a:r>
          </a:p>
          <a:p>
            <a:endParaRPr dirty="0"/>
          </a:p>
          <a:p>
            <a:r>
              <a:rPr dirty="0" err="1"/>
              <a:t>電源とUSBをつないでIDを設定しようとしたところ、モーター制御基板がPCから認識されませんでした</a:t>
            </a:r>
            <a:r>
              <a:rPr dirty="0"/>
              <a:t>。</a:t>
            </a:r>
            <a:endParaRPr dirty="0">
              <a:ea typeface="游ゴシック"/>
            </a:endParaRPr>
          </a:p>
          <a:p>
            <a:endParaRPr dirty="0"/>
          </a:p>
          <a:p>
            <a:r>
              <a:rPr dirty="0" err="1"/>
              <a:t>原因は、変換アダプタを挿す位置でした</a:t>
            </a:r>
            <a:r>
              <a:rPr dirty="0"/>
              <a:t>。</a:t>
            </a:r>
            <a:endParaRPr dirty="0">
              <a:ea typeface="游ゴシック"/>
            </a:endParaRPr>
          </a:p>
          <a:p>
            <a:r>
              <a:rPr lang="ja-JP">
                <a:ea typeface="游ゴシック"/>
              </a:rPr>
              <a:t>初め</a:t>
            </a:r>
            <a:r>
              <a:rPr dirty="0" err="1"/>
              <a:t>USBハブと基板のあいだにアダプタを入れていたのですが</a:t>
            </a:r>
            <a:r>
              <a:rPr dirty="0"/>
              <a:t>、</a:t>
            </a:r>
            <a:r>
              <a:rPr lang="ja-JP">
                <a:ea typeface="游ゴシック"/>
              </a:rPr>
              <a:t>アダプタを</a:t>
            </a:r>
            <a:r>
              <a:rPr dirty="0" err="1"/>
              <a:t>PC側に移したところ、認識されるようになりました</a:t>
            </a:r>
            <a:r>
              <a:rPr dirty="0"/>
              <a:t>。</a:t>
            </a:r>
            <a:endParaRPr dirty="0">
              <a:ea typeface="游ゴシック"/>
            </a:endParaRPr>
          </a:p>
          <a:p>
            <a:endParaRPr dirty="0"/>
          </a:p>
          <a:p>
            <a:r>
              <a:rPr dirty="0" err="1"/>
              <a:t>同じ配線でも、アダプタがどちら側にあるかで結果が変わるという点は、事前には気づきにくいところだと思います</a:t>
            </a:r>
            <a:r>
              <a:rPr dirty="0"/>
              <a:t>。</a:t>
            </a:r>
            <a:endParaRPr dirty="0">
              <a:ea typeface="游ゴシック"/>
            </a:endParaRPr>
          </a:p>
          <a:p>
            <a:endParaRPr dirty="0"/>
          </a:p>
        </p:txBody>
      </p:sp>
      <p:sp>
        <p:nvSpPr>
          <p:cNvPr id="4" name="Slide Number Placeholder 3">
            <a:extLst>
              <a:ext uri="{FF2B5EF4-FFF2-40B4-BE49-F238E27FC236}">
                <a16:creationId xmlns:a16="http://schemas.microsoft.com/office/drawing/2014/main" id="{3D24F237-1E59-5EA8-5F06-81D9CE35EB76}"/>
              </a:ext>
            </a:extLst>
          </p:cNvPr>
          <p:cNvSpPr>
            <a:spLocks noGrp="1"/>
          </p:cNvSpPr>
          <p:nvPr>
            <p:ph type="sldNum" sz="quarter" idx="5"/>
          </p:nvPr>
        </p:nvSpPr>
        <p:spPr/>
      </p:sp>
    </p:spTree>
    <p:extLst>
      <p:ext uri="{BB962C8B-B14F-4D97-AF65-F5344CB8AC3E}">
        <p14:creationId xmlns:p14="http://schemas.microsoft.com/office/powerpoint/2010/main" val="40243931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0"/>
            <a:r>
              <a:rPr lang="ja-JP" altLang="ja-JP">
                <a:ea typeface="游ゴシック"/>
              </a:rPr>
              <a:t>次に、キャリブレーションについてです。</a:t>
            </a:r>
          </a:p>
          <a:p>
            <a:pPr rtl="0"/>
            <a:r>
              <a:rPr lang="ja-JP" altLang="ja-JP"/>
              <a:t>これは何のために行うかというと、リーダーとフォロワーで各関節の可動域を対応づけて、リーダーを動かしたときにフォロワーが同じ姿勢で追従するようにするためです。</a:t>
            </a:r>
            <a:r>
              <a:rPr kumimoji="1" lang="ja-JP" altLang="ja-JP" sz="1200" b="0" i="0" kern="1200">
                <a:solidFill>
                  <a:schemeClr val="tx1"/>
                </a:solidFill>
                <a:effectLst/>
                <a:latin typeface="+mn-lt"/>
                <a:ea typeface="+mn-ea"/>
                <a:cs typeface="+mn-cs"/>
              </a:rPr>
              <a:t>（マスタ・スレーブ／リーダー・フォロワー方式）</a:t>
            </a:r>
            <a:endParaRPr kumimoji="1" lang="en-US" altLang="ja-JP" sz="1200" b="0" i="0" kern="1200" dirty="0">
              <a:solidFill>
                <a:schemeClr val="tx1"/>
              </a:solidFill>
              <a:effectLst/>
              <a:latin typeface="+mn-lt"/>
              <a:ea typeface="+mn-ea"/>
              <a:cs typeface="+mn-cs"/>
            </a:endParaRPr>
          </a:p>
          <a:p>
            <a:pPr rtl="0"/>
            <a:endParaRPr kumimoji="1" lang="en-US" altLang="ja-JP" sz="1200" b="0" i="0" kern="1200" dirty="0">
              <a:solidFill>
                <a:schemeClr val="tx1"/>
              </a:solidFill>
              <a:effectLst/>
              <a:latin typeface="+mn-lt"/>
              <a:ea typeface="+mn-ea"/>
              <a:cs typeface="+mn-cs"/>
            </a:endParaRPr>
          </a:p>
          <a:p>
            <a:pPr rtl="0"/>
            <a:r>
              <a:rPr lang="ja-JP" altLang="ja-JP">
                <a:ea typeface="游ゴシック"/>
              </a:rPr>
              <a:t>方法は3ステップです。</a:t>
            </a:r>
            <a:br>
              <a:rPr lang="ja-JP" altLang="ja-JP">
                <a:cs typeface="+mn-lt"/>
              </a:rPr>
            </a:br>
            <a:r>
              <a:rPr lang="ja-JP" altLang="ja-JP">
                <a:ea typeface="游ゴシック"/>
              </a:rPr>
              <a:t>まず、左の写真にある規定の初期姿勢にアームを合わせます。</a:t>
            </a:r>
            <a:endParaRPr lang="en-US" altLang="ja-JP" dirty="0">
              <a:ea typeface="游ゴシック"/>
            </a:endParaRPr>
          </a:p>
          <a:p>
            <a:pPr rtl="0"/>
            <a:br>
              <a:rPr lang="ja-JP" altLang="ja-JP">
                <a:cs typeface="+mn-lt"/>
              </a:rPr>
            </a:br>
            <a:r>
              <a:rPr lang="ja-JP" altLang="ja-JP">
                <a:ea typeface="游ゴシック"/>
              </a:rPr>
              <a:t>次に、各関節を端から端まで動かして、可動域の最大・最小を記録します。</a:t>
            </a:r>
            <a:br>
              <a:rPr lang="ja-JP" altLang="ja-JP">
                <a:cs typeface="+mn-lt"/>
              </a:rPr>
            </a:br>
            <a:r>
              <a:rPr lang="ja-JP" altLang="ja-JP">
                <a:ea typeface="游ゴシック"/>
              </a:rPr>
              <a:t>最後に lerobot-teleoperate を実行して、リーダーの動きにフォロワーが追従することを確認します。</a:t>
            </a:r>
            <a:endParaRPr lang="en-US" altLang="ja-JP" dirty="0">
              <a:ea typeface="游ゴシック"/>
            </a:endParaRPr>
          </a:p>
          <a:p>
            <a:pPr rtl="0"/>
            <a:endParaRPr lang="ja-JP" altLang="ja-JP"/>
          </a:p>
          <a:p>
            <a:pPr rtl="0"/>
            <a:r>
              <a:rPr lang="ja-JP" altLang="ja-JP">
                <a:ea typeface="游ゴシック"/>
              </a:rPr>
              <a:t>この工程で気をつけるポイントが2つあります。</a:t>
            </a:r>
          </a:p>
          <a:p>
            <a:r>
              <a:rPr lang="ja-JP" altLang="ja-JP">
                <a:ea typeface="游ゴシック"/>
              </a:rPr>
              <a:t>1つ目は、</a:t>
            </a:r>
            <a:r>
              <a:rPr lang="ja-JP" altLang="ja-JP" b="1">
                <a:ea typeface="游ゴシック"/>
              </a:rPr>
              <a:t>必ず規定の初期姿勢に合わせてから始めること</a:t>
            </a:r>
            <a:r>
              <a:rPr lang="ja-JP" altLang="ja-JP">
                <a:ea typeface="游ゴシック"/>
              </a:rPr>
              <a:t>です。</a:t>
            </a:r>
            <a:br>
              <a:rPr lang="ja-JP" altLang="ja-JP">
                <a:cs typeface="+mn-lt"/>
              </a:rPr>
            </a:br>
            <a:r>
              <a:rPr lang="ja-JP" altLang="ja-JP">
                <a:ea typeface="游ゴシック"/>
              </a:rPr>
              <a:t>ここがずれていると、記録される可動域の最大・最小が本来の値からずれてしまいます。</a:t>
            </a:r>
            <a:endParaRPr lang="en-US" altLang="ja-JP" dirty="0">
              <a:ea typeface="游ゴシック"/>
            </a:endParaRPr>
          </a:p>
          <a:p>
            <a:endParaRPr lang="ja-JP" altLang="ja-JP">
              <a:ea typeface="游ゴシック"/>
            </a:endParaRPr>
          </a:p>
          <a:p>
            <a:r>
              <a:rPr lang="ja-JP" altLang="ja-JP">
                <a:ea typeface="游ゴシック"/>
              </a:rPr>
              <a:t>2つ目は、</a:t>
            </a:r>
            <a:r>
              <a:rPr lang="ja-JP" altLang="ja-JP" b="1">
                <a:ea typeface="游ゴシック"/>
              </a:rPr>
              <a:t>IDを割り振るコマンドを正確に実行すること</a:t>
            </a:r>
            <a:r>
              <a:rPr lang="ja-JP" altLang="ja-JP">
                <a:ea typeface="游ゴシック"/>
              </a:rPr>
              <a:t>です。</a:t>
            </a:r>
            <a:br>
              <a:rPr lang="ja-JP" altLang="ja-JP">
                <a:cs typeface="+mn-lt"/>
              </a:rPr>
            </a:br>
            <a:r>
              <a:rPr lang="ja-JP" altLang="ja-JP">
                <a:ea typeface="游ゴシック"/>
              </a:rPr>
              <a:t>私たちはコマンドを誤って実行してしまい、モーターIDの1番が6番として認識される状態になりました。</a:t>
            </a:r>
            <a:endParaRPr lang="en-US" altLang="ja-JP" dirty="0">
              <a:ea typeface="游ゴシック"/>
            </a:endParaRPr>
          </a:p>
          <a:p>
            <a:r>
              <a:rPr lang="ja-JP" altLang="ja-JP">
                <a:ea typeface="游ゴシック"/>
              </a:rPr>
              <a:t>この場合、1台だけ直すのではなく、ケーブルを全部抜いて、6台すべてを1台ずつつなぎ直しながら再設定することになります。</a:t>
            </a:r>
            <a:endParaRPr lang="en-US" altLang="ja-JP" dirty="0">
              <a:ea typeface="游ゴシック"/>
            </a:endParaRPr>
          </a:p>
          <a:p>
            <a:endParaRPr lang="ja-JP" altLang="ja-JP">
              <a:ea typeface="游ゴシック"/>
            </a:endParaRPr>
          </a:p>
          <a:p>
            <a:r>
              <a:rPr lang="ja-JP" altLang="ja-JP">
                <a:ea typeface="游ゴシック"/>
              </a:rPr>
              <a:t>どちらも、手順を1つ飛ばしたり間違えたりすると最初からやり直しになる工程です。</a:t>
            </a:r>
          </a:p>
          <a:p>
            <a:r>
              <a:rPr lang="ja-JP" altLang="ja-JP">
                <a:ea typeface="游ゴシック"/>
              </a:rPr>
              <a:t>一つずつ確認しながら進めることが本当に大事だと感じました。</a:t>
            </a:r>
            <a:endParaRPr lang="ja-JP">
              <a:ea typeface="游ゴシック"/>
            </a:endParaRPr>
          </a:p>
          <a:p>
            <a:endParaRPr lang="en-US" dirty="0"/>
          </a:p>
          <a:p>
            <a:endParaRPr lang="en-US" dirty="0"/>
          </a:p>
          <a:p>
            <a:r>
              <a:rPr lang="ja-JP" altLang="en-US"/>
              <a:t>（（</a:t>
            </a:r>
            <a:r>
              <a:rPr lang="ja-JP" altLang="ja-JP"/>
              <a:t>フォロワーの一方向だけなら</a:t>
            </a:r>
            <a:r>
              <a:rPr lang="ja-JP" altLang="ja-JP" b="1"/>
              <a:t>ユニラテラル制御</a:t>
            </a:r>
            <a:r>
              <a:rPr lang="ja-JP" altLang="ja-JP"/>
              <a:t>、フォロワー側が受けた力をリーダーに返して操作者が手応えを感じられるものを</a:t>
            </a:r>
            <a:r>
              <a:rPr lang="ja-JP" altLang="ja-JP" b="1"/>
              <a:t>バイラテラル制御</a:t>
            </a:r>
            <a:r>
              <a:rPr lang="ja-JP" altLang="ja-JP"/>
              <a:t>と呼びます。SO-101は力の反射がないのでユニラテラルです。</a:t>
            </a:r>
            <a:r>
              <a:rPr lang="ja-JP" altLang="en-US"/>
              <a: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が学習フェーズです。前半ではSO-101を動かせる状態にすることが目的でしたが、後半ではデータを収録し、ACTモデルを学習し、最後に実機で評価できる状態にすることを目標にしました。流れとしては、2カメラ化、</a:t>
            </a:r>
            <a:r>
              <a:rPr lang="ja-JP" altLang="en-US">
                <a:ea typeface="游ゴシック"/>
              </a:rPr>
              <a:t>データ収録</a:t>
            </a:r>
            <a:r>
              <a:rPr lang="en-US" dirty="0"/>
              <a:t>、</a:t>
            </a:r>
            <a:r>
              <a:rPr lang="en-US" dirty="0" err="1"/>
              <a:t>ACT学習、モデル比較、実機検証の順に進めています</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ea typeface="游ゴシック"/>
              </a:rPr>
              <a:t>データ収集を行う前に、まずカメラを</a:t>
            </a:r>
            <a:r>
              <a:rPr lang="en-US" altLang="ja-JP" dirty="0">
                <a:ea typeface="游ゴシック"/>
              </a:rPr>
              <a:t>2</a:t>
            </a:r>
            <a:r>
              <a:rPr lang="ja-JP" altLang="en-US">
                <a:ea typeface="游ゴシック"/>
              </a:rPr>
              <a:t>台構成にしました。俯瞰カメラはブロックと目標位置を含む作業領域全体の位置関係を捉えるために設置し、手元カメラはグリッパー周辺の把持直前・把持中の細かな情報を補うために使用しています。</a:t>
            </a:r>
            <a:r>
              <a:rPr lang="en-US" altLang="ja-JP" dirty="0">
                <a:ea typeface="游ゴシック"/>
              </a:rPr>
              <a:t>1</a:t>
            </a:r>
            <a:r>
              <a:rPr lang="ja-JP" altLang="en-US">
                <a:ea typeface="游ゴシック"/>
              </a:rPr>
              <a:t>台のカメラだけでは全体配置と手元の詳細を同時に捉えにくいため、この</a:t>
            </a:r>
            <a:r>
              <a:rPr lang="en-US" altLang="ja-JP" dirty="0">
                <a:ea typeface="游ゴシック"/>
              </a:rPr>
              <a:t>2</a:t>
            </a:r>
            <a:r>
              <a:rPr lang="ja-JP" altLang="en-US">
                <a:ea typeface="游ゴシック"/>
              </a:rPr>
              <a:t>視点を組み合わせました。この構成を作った後に、次のスライドで示す</a:t>
            </a:r>
            <a:r>
              <a:rPr lang="en-US" altLang="ja-JP" dirty="0">
                <a:ea typeface="游ゴシック"/>
              </a:rPr>
              <a:t>100</a:t>
            </a:r>
            <a:r>
              <a:rPr lang="ja-JP" altLang="en-US">
                <a:ea typeface="游ゴシック"/>
              </a:rPr>
              <a:t>エピソード、すなわち100回のデータ収集を行いました。</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カメラ化した状態で、Leaderアームを人が操作し、Followerアームに同じ動きをさせるテレオペレーションでデータを収集しました。タスクは青いブロックをつかんで緑の四角へ置く作業で、この一連の動作を100エピソード記録しています。各エピソードでは、手元・俯瞰の2つの映像に加えて、アームの関節状態と実際の操作Actionも同時に記録し、学習DatasetとしてHugging Face</a:t>
            </a:r>
            <a:r>
              <a:rPr lang="ja-JP" altLang="en-US">
                <a:ea typeface="游ゴシック"/>
              </a:rPr>
              <a:t>というAI用のGitHubに保存しました</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モデルにはACTを使用しています。入力は手元画像、俯瞰画像、そして現在のアームの関節状態です。これらから、次に出す6関節のActionを予測します。YOLOのように物体の座標を明示的に求めるのではなく、画像とアーム状態から動作を直接学習するEnd-to-Endの模倣学習です。</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学習はこのような手順で行っています。まず</a:t>
            </a:r>
            <a:r>
              <a:rPr lang="en-US" dirty="0"/>
              <a:t>、</a:t>
            </a:r>
            <a:r>
              <a:rPr lang="ja-JP" altLang="en-US">
                <a:ea typeface="游ゴシック"/>
              </a:rPr>
              <a:t>先ほども説明しました通り、</a:t>
            </a:r>
            <a:r>
              <a:rPr lang="en-US" dirty="0"/>
              <a:t>2カメラで収録した100エピソードのDatasetを読み込みます。次にACTの設定を行い、同じDatasetと同じ設定のまま、学習step数だけを変えてモデルを作成します。今回は1,000、100,000、300,000 stepのモデルを作り、途中のCheckpointと最終モデルを保存します。こうすることで、学習量の違いが実機性能にどの程度影響するかを比較できます。</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比較するモデルは、1,000 step、100,000 step、300,000 stepの3種類です。カメラ構成、Dataset、ACTの設定、Batch size</a:t>
            </a:r>
            <a:r>
              <a:rPr lang="ja-JP">
                <a:ea typeface="游ゴシック"/>
              </a:rPr>
              <a:t>は</a:t>
            </a:r>
            <a:r>
              <a:rPr lang="en-US" altLang="ja-JP" dirty="0">
                <a:ea typeface="游ゴシック"/>
              </a:rPr>
              <a:t>8</a:t>
            </a:r>
            <a:r>
              <a:rPr lang="ja-JP">
                <a:ea typeface="游ゴシック"/>
              </a:rPr>
              <a:t>などは同じにして</a:t>
            </a:r>
            <a:r>
              <a:rPr dirty="0"/>
              <a:t>、学習step数だけを変えています。1,000 stepは学習パイプラインの確認、100,000 stepは中間モデル、300,000 </a:t>
            </a:r>
            <a:r>
              <a:rPr dirty="0" err="1"/>
              <a:t>stepは長時間学習した最終候補として比較しました</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実機でモデルを比較した結果、100エピソードのデータを使って30万step学習したモデルが最も良い性能となり、成功率は9割近くまで達しました。また、照明条件も性能に影響しており、テレオペレーションで学習データを収録したときと同じ明るさで実行した場合に、最も成功率が高くなりました。このことから、学習回数だけでなく、学習時と実行時の見え方をできるだけ揃えることも重要だと考えています。</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&amp; Placeの次に行う検証として、色に応じて物理スイッチを押せるかを試します。赤、青、緑など複数色のスイッチを用意し、カメラで色と位置を観測します。そして、指定された色のスイッチへアームを移動して実際に押すところまでを学習させます。評価では、正しい色を選べたか、スイッチを実際に押せたか、誤ったスイッチを押していないかを確認します。</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現時点では、SO-101の組み立てとキャリブレーション、2カメラでの100エピソード収録、ACTモデルの複数学習に加えて、実機での検証まで進んでいます。検証では、100エピソードを用いて30万step学習したモデルが最も良く、9割近い成功率となりました。また、テレオペレーションで収録したときと同じ明るさで実行した場合に成功率が最も高くなりました。次は、複数色の物理スイッチを用意し、指定された色を見分けて正しいスイッチを押せるかを検証します。</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以上で発表を終わります。ご清聴ありがとうございました</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64592" y="0"/>
            <a:ext cx="64008" cy="6858000"/>
          </a:xfrm>
          <a:prstGeom prst="rect">
            <a:avLst/>
          </a:prstGeom>
          <a:solidFill>
            <a:srgbClr val="FFA900"/>
          </a:solidFill>
          <a:ln w="12700">
            <a:solidFill>
              <a:srgbClr val="FFA900"/>
            </a:solidFill>
            <a:prstDash val="solid"/>
          </a:ln>
        </p:spPr>
        <p:txBody>
          <a:bodyPr/>
          <a:lstStyle/>
          <a:p>
            <a:endParaRPr lang="ja-JP" altLang="en-US"/>
          </a:p>
        </p:txBody>
      </p:sp>
      <p:sp>
        <p:nvSpPr>
          <p:cNvPr id="25" name="Slide Number Placeholder 0"/>
          <p:cNvSpPr>
            <a:spLocks noGrp="1"/>
          </p:cNvSpPr>
          <p:nvPr>
            <p:ph type="sldNum" sz="quarter" idx="4294967295"/>
          </p:nvPr>
        </p:nvSpPr>
        <p:spPr>
          <a:xfrm>
            <a:off x="11567160" y="6446520"/>
            <a:ext cx="32004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787873"/>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902F1D-F893-4F40-A0A6-F56318020834}" type="datetime1">
              <a:rPr lang="ja-JP" altLang="en-US" smtClean="0"/>
              <a:t>2026/10/20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9822873" y="6356350"/>
            <a:ext cx="2133600" cy="365125"/>
          </a:xfrm>
          <a:prstGeom prst="rect">
            <a:avLst/>
          </a:prstGeom>
        </p:spPr>
        <p:txBody>
          <a:bodyPr/>
          <a:lstStyle>
            <a:lvl1pPr>
              <a:defRPr sz="2400"/>
            </a:lvl1pPr>
          </a:lstStyle>
          <a:p>
            <a:fld id="{C1FF6DA9-008F-8B48-92A6-B652298478BF}" type="slidenum">
              <a:rPr lang="en-US" smtClean="0"/>
              <a:pPr/>
              <a:t>‹#›</a:t>
            </a:fld>
            <a:endParaRPr lang="en-US" sz="2400"/>
          </a:p>
        </p:txBody>
      </p:sp>
    </p:spTree>
    <p:extLst>
      <p:ext uri="{BB962C8B-B14F-4D97-AF65-F5344CB8AC3E}">
        <p14:creationId xmlns:p14="http://schemas.microsoft.com/office/powerpoint/2010/main" val="23399820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67160" y="6446520"/>
            <a:ext cx="32004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787873"/>
                </a:solidFill>
                <a:latin typeface="Aptos"/>
                <a:ea typeface="Aptos"/>
                <a:cs typeface="Apto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11.sv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jpeg"/><Relationship Id="rId4" Type="http://schemas.openxmlformats.org/officeDocument/2006/relationships/image" Target="../media/image8.svg"/><Relationship Id="rId9" Type="http://schemas.openxmlformats.org/officeDocument/2006/relationships/image" Target="../media/image13.sv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microsoft.com/office/2007/relationships/media" Target="../media/media1.mov"/><Relationship Id="rId1" Type="http://schemas.openxmlformats.org/officeDocument/2006/relationships/video" Target="NULL" TargetMode="External"/><Relationship Id="rId6" Type="http://schemas.openxmlformats.org/officeDocument/2006/relationships/image" Target="../media/image15.png"/><Relationship Id="rId5"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1.svg"/><Relationship Id="rId5" Type="http://schemas.openxmlformats.org/officeDocument/2006/relationships/image" Target="../media/image12.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9.jpg"/></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_paper_texture.png"/>
          <p:cNvPicPr>
            <a:picLocks noChangeAspect="1"/>
          </p:cNvPicPr>
          <p:nvPr/>
        </p:nvPicPr>
        <p:blipFill>
          <a:blip r:embed="rId3"/>
          <a:stretch>
            <a:fillRect/>
          </a:stretch>
        </p:blipFill>
        <p:spPr>
          <a:xfrm>
            <a:off x="0" y="0"/>
            <a:ext cx="12191695" cy="6858000"/>
          </a:xfrm>
          <a:prstGeom prst="rect">
            <a:avLst/>
          </a:prstGeom>
        </p:spPr>
      </p:pic>
      <p:sp>
        <p:nvSpPr>
          <p:cNvPr id="3" name="Rectangle 2"/>
          <p:cNvSpPr/>
          <p:nvPr/>
        </p:nvSpPr>
        <p:spPr>
          <a:xfrm>
            <a:off x="347472" y="438912"/>
            <a:ext cx="11484864" cy="58978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47472" y="438912"/>
            <a:ext cx="137160" cy="5897880"/>
          </a:xfrm>
          <a:prstGeom prst="rect">
            <a:avLst/>
          </a:prstGeom>
          <a:solidFill>
            <a:srgbClr val="FFA900"/>
          </a:solidFill>
          <a:ln>
            <a:solidFill>
              <a:srgbClr val="FFA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138160" y="438912"/>
            <a:ext cx="3694176" cy="914400"/>
          </a:xfrm>
          <a:prstGeom prst="rect">
            <a:avLst/>
          </a:prstGeom>
          <a:solidFill>
            <a:srgbClr val="FFA900"/>
          </a:solidFill>
          <a:ln>
            <a:solidFill>
              <a:srgbClr val="FFA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339328" y="741784"/>
            <a:ext cx="3291840" cy="313932"/>
          </a:xfrm>
          <a:prstGeom prst="rect">
            <a:avLst/>
          </a:prstGeom>
          <a:noFill/>
        </p:spPr>
        <p:txBody>
          <a:bodyPr wrap="square" lIns="45720" tIns="18288" rIns="45720" bIns="18288" anchor="ctr">
            <a:spAutoFit/>
          </a:bodyPr>
          <a:lstStyle/>
          <a:p>
            <a:pPr algn="ctr"/>
            <a:r>
              <a:rPr b="1">
                <a:solidFill>
                  <a:srgbClr val="191919"/>
                </a:solidFill>
                <a:latin typeface="Aptos"/>
              </a:rPr>
              <a:t>SO-101 / </a:t>
            </a:r>
            <a:r>
              <a:rPr b="1" err="1">
                <a:solidFill>
                  <a:srgbClr val="191919"/>
                </a:solidFill>
                <a:latin typeface="Aptos"/>
              </a:rPr>
              <a:t>AIロボティクス</a:t>
            </a:r>
            <a:endParaRPr b="1">
              <a:solidFill>
                <a:srgbClr val="191919"/>
              </a:solidFill>
              <a:latin typeface="Aptos"/>
            </a:endParaRPr>
          </a:p>
        </p:txBody>
      </p:sp>
      <p:sp>
        <p:nvSpPr>
          <p:cNvPr id="7" name="TextBox 6"/>
          <p:cNvSpPr txBox="1"/>
          <p:nvPr/>
        </p:nvSpPr>
        <p:spPr>
          <a:xfrm>
            <a:off x="822960" y="1005840"/>
            <a:ext cx="5486400" cy="274320"/>
          </a:xfrm>
          <a:prstGeom prst="rect">
            <a:avLst/>
          </a:prstGeom>
          <a:noFill/>
        </p:spPr>
        <p:txBody>
          <a:bodyPr wrap="square" lIns="45720" tIns="18288" rIns="45720" bIns="18288" anchor="ctr">
            <a:spAutoFit/>
          </a:bodyPr>
          <a:lstStyle/>
          <a:p>
            <a:pPr algn="l"/>
            <a:r>
              <a:rPr sz="900" b="1">
                <a:solidFill>
                  <a:srgbClr val="787873"/>
                </a:solidFill>
                <a:latin typeface="Aptos"/>
              </a:rPr>
              <a:t>INTERIM REPORT</a:t>
            </a:r>
          </a:p>
        </p:txBody>
      </p:sp>
      <p:sp>
        <p:nvSpPr>
          <p:cNvPr id="8" name="TextBox 7"/>
          <p:cNvSpPr txBox="1"/>
          <p:nvPr/>
        </p:nvSpPr>
        <p:spPr>
          <a:xfrm>
            <a:off x="822960" y="2272772"/>
            <a:ext cx="6583680" cy="529376"/>
          </a:xfrm>
          <a:prstGeom prst="rect">
            <a:avLst/>
          </a:prstGeom>
          <a:noFill/>
        </p:spPr>
        <p:txBody>
          <a:bodyPr wrap="square" lIns="45720" tIns="18288" rIns="45720" bIns="18288" anchor="ctr">
            <a:spAutoFit/>
          </a:bodyPr>
          <a:lstStyle/>
          <a:p>
            <a:pPr algn="l"/>
            <a:r>
              <a:rPr lang="ja-JP" altLang="en-US" sz="3200" b="1">
                <a:solidFill>
                  <a:srgbClr val="191919"/>
                </a:solidFill>
                <a:latin typeface="Aptos"/>
              </a:rPr>
              <a:t>中間発表</a:t>
            </a:r>
            <a:endParaRPr sz="3200" b="1">
              <a:solidFill>
                <a:srgbClr val="191919"/>
              </a:solidFill>
              <a:latin typeface="Aptos"/>
            </a:endParaRPr>
          </a:p>
        </p:txBody>
      </p:sp>
      <p:sp>
        <p:nvSpPr>
          <p:cNvPr id="9" name="TextBox 8"/>
          <p:cNvSpPr txBox="1"/>
          <p:nvPr/>
        </p:nvSpPr>
        <p:spPr>
          <a:xfrm>
            <a:off x="868680" y="3678651"/>
            <a:ext cx="4730015" cy="283154"/>
          </a:xfrm>
          <a:prstGeom prst="rect">
            <a:avLst/>
          </a:prstGeom>
          <a:noFill/>
        </p:spPr>
        <p:txBody>
          <a:bodyPr wrap="square" lIns="45720" tIns="18288" rIns="45720" bIns="18288" anchor="ctr">
            <a:spAutoFit/>
          </a:bodyPr>
          <a:lstStyle/>
          <a:p>
            <a:pPr algn="l"/>
            <a:r>
              <a:rPr sz="1600" b="0">
                <a:solidFill>
                  <a:srgbClr val="787873"/>
                </a:solidFill>
                <a:latin typeface="Aptos"/>
              </a:rPr>
              <a:t>SO-101を動かせる状態にするまでの工程</a:t>
            </a:r>
          </a:p>
        </p:txBody>
      </p:sp>
      <p:sp>
        <p:nvSpPr>
          <p:cNvPr id="24" name="Rectangle 23"/>
          <p:cNvSpPr/>
          <p:nvPr/>
        </p:nvSpPr>
        <p:spPr>
          <a:xfrm>
            <a:off x="841248" y="5303520"/>
            <a:ext cx="2926080" cy="502920"/>
          </a:xfrm>
          <a:prstGeom prst="rect">
            <a:avLst/>
          </a:prstGeom>
          <a:solidFill>
            <a:srgbClr val="FFA900"/>
          </a:solidFill>
          <a:ln>
            <a:solidFill>
              <a:srgbClr val="FFA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87552" y="5424220"/>
            <a:ext cx="2651760" cy="252377"/>
          </a:xfrm>
          <a:prstGeom prst="rect">
            <a:avLst/>
          </a:prstGeom>
          <a:noFill/>
        </p:spPr>
        <p:txBody>
          <a:bodyPr wrap="square" lIns="45720" tIns="18288" rIns="45720" bIns="18288" anchor="ctr">
            <a:spAutoFit/>
          </a:bodyPr>
          <a:lstStyle/>
          <a:p>
            <a:pPr algn="ctr"/>
            <a:r>
              <a:rPr lang="ja-JP" altLang="en-US" sz="1400" b="1">
                <a:solidFill>
                  <a:srgbClr val="191919"/>
                </a:solidFill>
                <a:latin typeface="Aptos"/>
              </a:rPr>
              <a:t>嶺田・山村チーム</a:t>
            </a:r>
            <a:endParaRPr sz="1400" b="1">
              <a:solidFill>
                <a:srgbClr val="191919"/>
              </a:solidFill>
              <a:latin typeface="Aptos"/>
            </a:endParaRPr>
          </a:p>
        </p:txBody>
      </p:sp>
      <p:pic>
        <p:nvPicPr>
          <p:cNvPr id="12" name="図 11">
            <a:extLst>
              <a:ext uri="{FF2B5EF4-FFF2-40B4-BE49-F238E27FC236}">
                <a16:creationId xmlns:a16="http://schemas.microsoft.com/office/drawing/2014/main" id="{24766B7C-C624-DFF3-F197-99C452C4D331}"/>
              </a:ext>
            </a:extLst>
          </p:cNvPr>
          <p:cNvPicPr>
            <a:picLocks noChangeAspect="1"/>
          </p:cNvPicPr>
          <p:nvPr/>
        </p:nvPicPr>
        <p:blipFill>
          <a:blip r:embed="rId4"/>
          <a:srcRect l="23740" t="24329" r="20142" b="19554"/>
          <a:stretch>
            <a:fillRect/>
          </a:stretch>
        </p:blipFill>
        <p:spPr>
          <a:xfrm>
            <a:off x="5792865" y="1920240"/>
            <a:ext cx="5263617" cy="3947713"/>
          </a:xfrm>
          <a:prstGeom prst="rect">
            <a:avLst/>
          </a:prstGeom>
        </p:spPr>
      </p:pic>
    </p:spTree>
    <p:extLst>
      <p:ext uri="{BB962C8B-B14F-4D97-AF65-F5344CB8AC3E}">
        <p14:creationId xmlns:p14="http://schemas.microsoft.com/office/powerpoint/2010/main" val="745963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_paper_texture.png"/>
          <p:cNvPicPr>
            <a:picLocks noChangeAspect="1"/>
          </p:cNvPicPr>
          <p:nvPr/>
        </p:nvPicPr>
        <p:blipFill>
          <a:blip r:embed="rId3"/>
          <a:stretch>
            <a:fillRect/>
          </a:stretch>
        </p:blipFill>
        <p:spPr>
          <a:xfrm>
            <a:off x="0" y="0"/>
            <a:ext cx="12191695" cy="6858000"/>
          </a:xfrm>
          <a:prstGeom prst="rect">
            <a:avLst/>
          </a:prstGeom>
        </p:spPr>
      </p:pic>
      <p:sp>
        <p:nvSpPr>
          <p:cNvPr id="21" name="Rectangle 2">
            <a:extLst>
              <a:ext uri="{FF2B5EF4-FFF2-40B4-BE49-F238E27FC236}">
                <a16:creationId xmlns:a16="http://schemas.microsoft.com/office/drawing/2014/main" id="{51CCF33C-F450-D90A-CE68-5282F587F7E6}"/>
              </a:ext>
            </a:extLst>
          </p:cNvPr>
          <p:cNvSpPr/>
          <p:nvPr/>
        </p:nvSpPr>
        <p:spPr>
          <a:xfrm>
            <a:off x="347472" y="438912"/>
            <a:ext cx="11484864" cy="58978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3">
            <a:extLst>
              <a:ext uri="{FF2B5EF4-FFF2-40B4-BE49-F238E27FC236}">
                <a16:creationId xmlns:a16="http://schemas.microsoft.com/office/drawing/2014/main" id="{645CD2AB-B6D8-C103-E3C5-8795C2CA4F66}"/>
              </a:ext>
            </a:extLst>
          </p:cNvPr>
          <p:cNvSpPr txBox="1"/>
          <p:nvPr/>
        </p:nvSpPr>
        <p:spPr>
          <a:xfrm>
            <a:off x="713232" y="577398"/>
            <a:ext cx="4572000" cy="198516"/>
          </a:xfrm>
          <a:prstGeom prst="rect">
            <a:avLst/>
          </a:prstGeom>
          <a:noFill/>
        </p:spPr>
        <p:txBody>
          <a:bodyPr wrap="square" lIns="45720" tIns="18288" rIns="45720" bIns="18288" anchor="ctr">
            <a:spAutoFit/>
          </a:bodyPr>
          <a:lstStyle/>
          <a:p>
            <a:pPr algn="l"/>
            <a:r>
              <a:rPr sz="1050" b="1">
                <a:solidFill>
                  <a:srgbClr val="FFA900"/>
                </a:solidFill>
                <a:latin typeface="Aptos"/>
              </a:rPr>
              <a:t>01 / TIMELINE</a:t>
            </a:r>
          </a:p>
        </p:txBody>
      </p:sp>
      <p:sp>
        <p:nvSpPr>
          <p:cNvPr id="23" name="TextBox 4">
            <a:extLst>
              <a:ext uri="{FF2B5EF4-FFF2-40B4-BE49-F238E27FC236}">
                <a16:creationId xmlns:a16="http://schemas.microsoft.com/office/drawing/2014/main" id="{CD686F15-9E6E-9732-D0B4-0B09AFA1B05E}"/>
              </a:ext>
            </a:extLst>
          </p:cNvPr>
          <p:cNvSpPr txBox="1"/>
          <p:nvPr/>
        </p:nvSpPr>
        <p:spPr>
          <a:xfrm>
            <a:off x="713232" y="822960"/>
            <a:ext cx="10789920" cy="548640"/>
          </a:xfrm>
          <a:prstGeom prst="rect">
            <a:avLst/>
          </a:prstGeom>
          <a:noFill/>
        </p:spPr>
        <p:txBody>
          <a:bodyPr wrap="square" lIns="45720" tIns="18288" rIns="45720" bIns="18288" anchor="ctr">
            <a:spAutoFit/>
          </a:bodyPr>
          <a:lstStyle/>
          <a:p>
            <a:pPr algn="l"/>
            <a:r>
              <a:rPr sz="2500" b="1">
                <a:solidFill>
                  <a:srgbClr val="191919"/>
                </a:solidFill>
                <a:latin typeface="Aptos"/>
              </a:rPr>
              <a:t>これまでの流れ</a:t>
            </a:r>
          </a:p>
        </p:txBody>
      </p:sp>
      <p:sp>
        <p:nvSpPr>
          <p:cNvPr id="24" name="TextBox 5">
            <a:extLst>
              <a:ext uri="{FF2B5EF4-FFF2-40B4-BE49-F238E27FC236}">
                <a16:creationId xmlns:a16="http://schemas.microsoft.com/office/drawing/2014/main" id="{48882520-632B-2145-C7C2-C75435DE9015}"/>
              </a:ext>
            </a:extLst>
          </p:cNvPr>
          <p:cNvSpPr txBox="1"/>
          <p:nvPr/>
        </p:nvSpPr>
        <p:spPr>
          <a:xfrm>
            <a:off x="3158844" y="2094943"/>
            <a:ext cx="1143000" cy="344710"/>
          </a:xfrm>
          <a:prstGeom prst="rect">
            <a:avLst/>
          </a:prstGeom>
          <a:noFill/>
        </p:spPr>
        <p:txBody>
          <a:bodyPr wrap="square" lIns="45720" tIns="18288" rIns="45720" bIns="18288" anchor="ctr">
            <a:spAutoFit/>
          </a:bodyPr>
          <a:lstStyle/>
          <a:p>
            <a:pPr algn="l"/>
            <a:r>
              <a:rPr sz="2000" b="1">
                <a:solidFill>
                  <a:srgbClr val="191919"/>
                </a:solidFill>
                <a:latin typeface="Aptos"/>
              </a:rPr>
              <a:t>10</a:t>
            </a:r>
            <a:r>
              <a:rPr lang="en-US" sz="2000" b="1">
                <a:solidFill>
                  <a:srgbClr val="191919"/>
                </a:solidFill>
                <a:latin typeface="Aptos"/>
              </a:rPr>
              <a:t>/</a:t>
            </a:r>
            <a:r>
              <a:rPr sz="2000" b="1">
                <a:solidFill>
                  <a:srgbClr val="191919"/>
                </a:solidFill>
                <a:latin typeface="Aptos"/>
              </a:rPr>
              <a:t>2</a:t>
            </a:r>
          </a:p>
        </p:txBody>
      </p:sp>
      <p:cxnSp>
        <p:nvCxnSpPr>
          <p:cNvPr id="25" name="Connector 6">
            <a:extLst>
              <a:ext uri="{FF2B5EF4-FFF2-40B4-BE49-F238E27FC236}">
                <a16:creationId xmlns:a16="http://schemas.microsoft.com/office/drawing/2014/main" id="{595217EC-4A20-EC0F-8D1E-40511E632288}"/>
              </a:ext>
            </a:extLst>
          </p:cNvPr>
          <p:cNvCxnSpPr/>
          <p:nvPr/>
        </p:nvCxnSpPr>
        <p:spPr>
          <a:xfrm>
            <a:off x="4393284" y="2262726"/>
            <a:ext cx="365760"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sp>
        <p:nvSpPr>
          <p:cNvPr id="26" name="TextBox 7">
            <a:extLst>
              <a:ext uri="{FF2B5EF4-FFF2-40B4-BE49-F238E27FC236}">
                <a16:creationId xmlns:a16="http://schemas.microsoft.com/office/drawing/2014/main" id="{DD7A8FF2-337D-8E7B-5E78-3F19AD8F253F}"/>
              </a:ext>
            </a:extLst>
          </p:cNvPr>
          <p:cNvSpPr txBox="1"/>
          <p:nvPr/>
        </p:nvSpPr>
        <p:spPr>
          <a:xfrm>
            <a:off x="4941924" y="2110332"/>
            <a:ext cx="5394960" cy="313932"/>
          </a:xfrm>
          <a:prstGeom prst="rect">
            <a:avLst/>
          </a:prstGeom>
          <a:noFill/>
        </p:spPr>
        <p:txBody>
          <a:bodyPr wrap="square" lIns="45720" tIns="18288" rIns="45720" bIns="18288" anchor="ctr">
            <a:spAutoFit/>
          </a:bodyPr>
          <a:lstStyle/>
          <a:p>
            <a:pPr algn="l"/>
            <a:r>
              <a:rPr b="0" dirty="0">
                <a:solidFill>
                  <a:srgbClr val="191919"/>
                </a:solidFill>
                <a:latin typeface="Yu Gothic" panose="020B0400000000000000" pitchFamily="34" charset="-128"/>
                <a:ea typeface="Yu Gothic" panose="020B0400000000000000" pitchFamily="34" charset="-128"/>
              </a:rPr>
              <a:t>3Dプリント・モーターの設定</a:t>
            </a:r>
          </a:p>
        </p:txBody>
      </p:sp>
      <p:sp>
        <p:nvSpPr>
          <p:cNvPr id="27" name="TextBox 8">
            <a:extLst>
              <a:ext uri="{FF2B5EF4-FFF2-40B4-BE49-F238E27FC236}">
                <a16:creationId xmlns:a16="http://schemas.microsoft.com/office/drawing/2014/main" id="{63F93308-70B9-B667-12BB-5C1466A06569}"/>
              </a:ext>
            </a:extLst>
          </p:cNvPr>
          <p:cNvSpPr txBox="1"/>
          <p:nvPr/>
        </p:nvSpPr>
        <p:spPr>
          <a:xfrm>
            <a:off x="3158844" y="2753311"/>
            <a:ext cx="1143000" cy="344710"/>
          </a:xfrm>
          <a:prstGeom prst="rect">
            <a:avLst/>
          </a:prstGeom>
          <a:noFill/>
        </p:spPr>
        <p:txBody>
          <a:bodyPr wrap="square" lIns="45720" tIns="18288" rIns="45720" bIns="18288" anchor="ctr">
            <a:spAutoFit/>
          </a:bodyPr>
          <a:lstStyle/>
          <a:p>
            <a:pPr algn="l"/>
            <a:r>
              <a:rPr sz="2000" b="1">
                <a:solidFill>
                  <a:srgbClr val="191919"/>
                </a:solidFill>
                <a:latin typeface="Aptos"/>
              </a:rPr>
              <a:t>10</a:t>
            </a:r>
            <a:r>
              <a:rPr lang="en-US" sz="2000" b="1">
                <a:solidFill>
                  <a:srgbClr val="191919"/>
                </a:solidFill>
                <a:latin typeface="Aptos"/>
              </a:rPr>
              <a:t>/</a:t>
            </a:r>
            <a:r>
              <a:rPr sz="2000" b="1">
                <a:solidFill>
                  <a:srgbClr val="191919"/>
                </a:solidFill>
                <a:latin typeface="Aptos"/>
              </a:rPr>
              <a:t>6</a:t>
            </a:r>
          </a:p>
        </p:txBody>
      </p:sp>
      <p:cxnSp>
        <p:nvCxnSpPr>
          <p:cNvPr id="28" name="Connector 9">
            <a:extLst>
              <a:ext uri="{FF2B5EF4-FFF2-40B4-BE49-F238E27FC236}">
                <a16:creationId xmlns:a16="http://schemas.microsoft.com/office/drawing/2014/main" id="{956E710F-97EF-7748-37EC-14F1E6D9725B}"/>
              </a:ext>
            </a:extLst>
          </p:cNvPr>
          <p:cNvCxnSpPr/>
          <p:nvPr/>
        </p:nvCxnSpPr>
        <p:spPr>
          <a:xfrm>
            <a:off x="4393284" y="2921094"/>
            <a:ext cx="365760"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sp>
        <p:nvSpPr>
          <p:cNvPr id="34" name="TextBox 10">
            <a:extLst>
              <a:ext uri="{FF2B5EF4-FFF2-40B4-BE49-F238E27FC236}">
                <a16:creationId xmlns:a16="http://schemas.microsoft.com/office/drawing/2014/main" id="{1EF4F87A-6C04-B532-D144-0292C5E32108}"/>
              </a:ext>
            </a:extLst>
          </p:cNvPr>
          <p:cNvSpPr txBox="1"/>
          <p:nvPr/>
        </p:nvSpPr>
        <p:spPr>
          <a:xfrm>
            <a:off x="4941924" y="2768700"/>
            <a:ext cx="5394960" cy="313932"/>
          </a:xfrm>
          <a:prstGeom prst="rect">
            <a:avLst/>
          </a:prstGeom>
          <a:noFill/>
        </p:spPr>
        <p:txBody>
          <a:bodyPr wrap="square" lIns="45720" tIns="18288" rIns="45720" bIns="18288" anchor="ctr">
            <a:spAutoFit/>
          </a:bodyPr>
          <a:lstStyle/>
          <a:p>
            <a:r>
              <a:rPr b="0" dirty="0" err="1">
                <a:solidFill>
                  <a:srgbClr val="191919"/>
                </a:solidFill>
                <a:latin typeface="Yu Gothic" panose="020B0400000000000000" pitchFamily="34" charset="-128"/>
                <a:ea typeface="Yu Gothic" panose="020B0400000000000000" pitchFamily="34" charset="-128"/>
              </a:rPr>
              <a:t>アーム組み立て</a:t>
            </a:r>
            <a:r>
              <a:rPr lang="ja-JP" altLang="en-US">
                <a:solidFill>
                  <a:srgbClr val="191919"/>
                </a:solidFill>
                <a:latin typeface="Yu Gothic" panose="020B0400000000000000" pitchFamily="34" charset="-128"/>
                <a:ea typeface="Yu Gothic" panose="020B0400000000000000" pitchFamily="34" charset="-128"/>
              </a:rPr>
              <a:t>・キャリブレーション実施</a:t>
            </a:r>
          </a:p>
        </p:txBody>
      </p:sp>
      <p:sp>
        <p:nvSpPr>
          <p:cNvPr id="36" name="TextBox 11">
            <a:extLst>
              <a:ext uri="{FF2B5EF4-FFF2-40B4-BE49-F238E27FC236}">
                <a16:creationId xmlns:a16="http://schemas.microsoft.com/office/drawing/2014/main" id="{9B1B0A5A-E6E6-3214-C89A-A84C5756BBE9}"/>
              </a:ext>
            </a:extLst>
          </p:cNvPr>
          <p:cNvSpPr txBox="1"/>
          <p:nvPr/>
        </p:nvSpPr>
        <p:spPr>
          <a:xfrm>
            <a:off x="3158844" y="3411679"/>
            <a:ext cx="1143000" cy="344710"/>
          </a:xfrm>
          <a:prstGeom prst="rect">
            <a:avLst/>
          </a:prstGeom>
          <a:noFill/>
        </p:spPr>
        <p:txBody>
          <a:bodyPr wrap="square" lIns="45720" tIns="18288" rIns="45720" bIns="18288" anchor="ctr">
            <a:spAutoFit/>
          </a:bodyPr>
          <a:lstStyle/>
          <a:p>
            <a:pPr algn="l"/>
            <a:r>
              <a:rPr sz="2000" b="1">
                <a:solidFill>
                  <a:srgbClr val="191919"/>
                </a:solidFill>
                <a:latin typeface="Aptos"/>
              </a:rPr>
              <a:t>10</a:t>
            </a:r>
            <a:r>
              <a:rPr lang="en-US" sz="2000" b="1">
                <a:solidFill>
                  <a:srgbClr val="191919"/>
                </a:solidFill>
                <a:latin typeface="Aptos"/>
              </a:rPr>
              <a:t>/</a:t>
            </a:r>
            <a:r>
              <a:rPr lang="en-US" altLang="ja-JP" sz="2000" b="1">
                <a:solidFill>
                  <a:srgbClr val="191919"/>
                </a:solidFill>
                <a:latin typeface="Aptos"/>
              </a:rPr>
              <a:t>7</a:t>
            </a:r>
            <a:endParaRPr sz="2000" b="1">
              <a:solidFill>
                <a:srgbClr val="191919"/>
              </a:solidFill>
              <a:latin typeface="Aptos"/>
            </a:endParaRPr>
          </a:p>
        </p:txBody>
      </p:sp>
      <p:cxnSp>
        <p:nvCxnSpPr>
          <p:cNvPr id="37" name="Connector 12">
            <a:extLst>
              <a:ext uri="{FF2B5EF4-FFF2-40B4-BE49-F238E27FC236}">
                <a16:creationId xmlns:a16="http://schemas.microsoft.com/office/drawing/2014/main" id="{53220926-9FCE-C12A-4335-0245C7E33A6C}"/>
              </a:ext>
            </a:extLst>
          </p:cNvPr>
          <p:cNvCxnSpPr/>
          <p:nvPr/>
        </p:nvCxnSpPr>
        <p:spPr>
          <a:xfrm>
            <a:off x="4393284" y="3579462"/>
            <a:ext cx="365760"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sp>
        <p:nvSpPr>
          <p:cNvPr id="38" name="TextBox 13">
            <a:extLst>
              <a:ext uri="{FF2B5EF4-FFF2-40B4-BE49-F238E27FC236}">
                <a16:creationId xmlns:a16="http://schemas.microsoft.com/office/drawing/2014/main" id="{A5F856C7-8F9D-BA8C-4898-FB44C2A6ED8A}"/>
              </a:ext>
            </a:extLst>
          </p:cNvPr>
          <p:cNvSpPr txBox="1"/>
          <p:nvPr/>
        </p:nvSpPr>
        <p:spPr>
          <a:xfrm>
            <a:off x="4941924" y="3427068"/>
            <a:ext cx="5394960" cy="313932"/>
          </a:xfrm>
          <a:prstGeom prst="rect">
            <a:avLst/>
          </a:prstGeom>
          <a:noFill/>
        </p:spPr>
        <p:txBody>
          <a:bodyPr wrap="square" lIns="45720" tIns="18288" rIns="45720" bIns="18288" anchor="ctr">
            <a:spAutoFit/>
          </a:bodyPr>
          <a:lstStyle/>
          <a:p>
            <a:pPr algn="l"/>
            <a:r>
              <a:rPr lang="ja-JP" altLang="en-US" b="0">
                <a:solidFill>
                  <a:srgbClr val="191919"/>
                </a:solidFill>
                <a:latin typeface="Aptos"/>
              </a:rPr>
              <a:t>カメラ１つで学習</a:t>
            </a:r>
            <a:endParaRPr b="0">
              <a:solidFill>
                <a:srgbClr val="191919"/>
              </a:solidFill>
              <a:latin typeface="Aptos"/>
            </a:endParaRPr>
          </a:p>
        </p:txBody>
      </p:sp>
      <p:sp>
        <p:nvSpPr>
          <p:cNvPr id="39" name="TextBox 14">
            <a:extLst>
              <a:ext uri="{FF2B5EF4-FFF2-40B4-BE49-F238E27FC236}">
                <a16:creationId xmlns:a16="http://schemas.microsoft.com/office/drawing/2014/main" id="{04755CCE-C344-87EB-6BCD-D71D1FB43EE6}"/>
              </a:ext>
            </a:extLst>
          </p:cNvPr>
          <p:cNvSpPr txBox="1"/>
          <p:nvPr/>
        </p:nvSpPr>
        <p:spPr>
          <a:xfrm>
            <a:off x="3158844" y="4070047"/>
            <a:ext cx="1143000" cy="344710"/>
          </a:xfrm>
          <a:prstGeom prst="rect">
            <a:avLst/>
          </a:prstGeom>
          <a:noFill/>
        </p:spPr>
        <p:txBody>
          <a:bodyPr wrap="square" lIns="45720" tIns="18288" rIns="45720" bIns="18288" anchor="ctr">
            <a:spAutoFit/>
          </a:bodyPr>
          <a:lstStyle/>
          <a:p>
            <a:pPr algn="l"/>
            <a:r>
              <a:rPr sz="2000" b="1">
                <a:solidFill>
                  <a:srgbClr val="191919"/>
                </a:solidFill>
                <a:latin typeface="Aptos"/>
              </a:rPr>
              <a:t>10</a:t>
            </a:r>
            <a:r>
              <a:rPr lang="en-US" sz="2000" b="1">
                <a:solidFill>
                  <a:srgbClr val="191919"/>
                </a:solidFill>
                <a:latin typeface="Aptos"/>
              </a:rPr>
              <a:t>/</a:t>
            </a:r>
            <a:r>
              <a:rPr lang="en-US" altLang="ja-JP" sz="2000" b="1">
                <a:solidFill>
                  <a:srgbClr val="191919"/>
                </a:solidFill>
                <a:latin typeface="Aptos"/>
              </a:rPr>
              <a:t>8</a:t>
            </a:r>
            <a:endParaRPr sz="2000" b="1">
              <a:solidFill>
                <a:srgbClr val="191919"/>
              </a:solidFill>
              <a:latin typeface="Aptos"/>
            </a:endParaRPr>
          </a:p>
        </p:txBody>
      </p:sp>
      <p:cxnSp>
        <p:nvCxnSpPr>
          <p:cNvPr id="40" name="Connector 15">
            <a:extLst>
              <a:ext uri="{FF2B5EF4-FFF2-40B4-BE49-F238E27FC236}">
                <a16:creationId xmlns:a16="http://schemas.microsoft.com/office/drawing/2014/main" id="{809AE52A-0499-F3DD-BB49-80D2B2CEB448}"/>
              </a:ext>
            </a:extLst>
          </p:cNvPr>
          <p:cNvCxnSpPr/>
          <p:nvPr/>
        </p:nvCxnSpPr>
        <p:spPr>
          <a:xfrm>
            <a:off x="4393284" y="4237829"/>
            <a:ext cx="365760"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sp>
        <p:nvSpPr>
          <p:cNvPr id="41" name="TextBox 16">
            <a:extLst>
              <a:ext uri="{FF2B5EF4-FFF2-40B4-BE49-F238E27FC236}">
                <a16:creationId xmlns:a16="http://schemas.microsoft.com/office/drawing/2014/main" id="{D7C59C14-7DE1-83C5-95BA-3228DB48B86A}"/>
              </a:ext>
            </a:extLst>
          </p:cNvPr>
          <p:cNvSpPr txBox="1"/>
          <p:nvPr/>
        </p:nvSpPr>
        <p:spPr>
          <a:xfrm>
            <a:off x="4941924" y="4085436"/>
            <a:ext cx="5394960" cy="313932"/>
          </a:xfrm>
          <a:prstGeom prst="rect">
            <a:avLst/>
          </a:prstGeom>
          <a:noFill/>
        </p:spPr>
        <p:txBody>
          <a:bodyPr wrap="square" lIns="45720" tIns="18288" rIns="45720" bIns="18288" anchor="ctr">
            <a:spAutoFit/>
          </a:bodyPr>
          <a:lstStyle/>
          <a:p>
            <a:pPr algn="l"/>
            <a:r>
              <a:rPr lang="ja-JP" altLang="en-US" b="0">
                <a:solidFill>
                  <a:srgbClr val="191919"/>
                </a:solidFill>
                <a:latin typeface="Aptos"/>
              </a:rPr>
              <a:t>カメラ２つで学習</a:t>
            </a:r>
            <a:endParaRPr b="0">
              <a:solidFill>
                <a:srgbClr val="191919"/>
              </a:solidFill>
              <a:latin typeface="Aptos"/>
            </a:endParaRPr>
          </a:p>
        </p:txBody>
      </p:sp>
      <p:sp>
        <p:nvSpPr>
          <p:cNvPr id="42" name="TextBox 17">
            <a:extLst>
              <a:ext uri="{FF2B5EF4-FFF2-40B4-BE49-F238E27FC236}">
                <a16:creationId xmlns:a16="http://schemas.microsoft.com/office/drawing/2014/main" id="{D0CB835B-2F7F-4DBF-316B-6CBB4BFC03CF}"/>
              </a:ext>
            </a:extLst>
          </p:cNvPr>
          <p:cNvSpPr txBox="1"/>
          <p:nvPr/>
        </p:nvSpPr>
        <p:spPr>
          <a:xfrm>
            <a:off x="3158844" y="4728415"/>
            <a:ext cx="1143000" cy="344710"/>
          </a:xfrm>
          <a:prstGeom prst="rect">
            <a:avLst/>
          </a:prstGeom>
          <a:noFill/>
        </p:spPr>
        <p:txBody>
          <a:bodyPr wrap="square" lIns="45720" tIns="18288" rIns="45720" bIns="18288" anchor="ctr">
            <a:spAutoFit/>
          </a:bodyPr>
          <a:lstStyle/>
          <a:p>
            <a:pPr algn="l"/>
            <a:r>
              <a:rPr sz="2000" b="1">
                <a:solidFill>
                  <a:srgbClr val="191919"/>
                </a:solidFill>
                <a:latin typeface="Aptos"/>
              </a:rPr>
              <a:t>10</a:t>
            </a:r>
            <a:r>
              <a:rPr lang="en-US" sz="2000" b="1">
                <a:solidFill>
                  <a:srgbClr val="191919"/>
                </a:solidFill>
                <a:latin typeface="Aptos"/>
              </a:rPr>
              <a:t>/</a:t>
            </a:r>
            <a:r>
              <a:rPr lang="en-US" altLang="ja-JP" sz="2000" b="1">
                <a:solidFill>
                  <a:srgbClr val="191919"/>
                </a:solidFill>
                <a:latin typeface="Aptos"/>
              </a:rPr>
              <a:t>13</a:t>
            </a:r>
            <a:endParaRPr sz="2000" b="1">
              <a:solidFill>
                <a:srgbClr val="191919"/>
              </a:solidFill>
              <a:latin typeface="Aptos"/>
            </a:endParaRPr>
          </a:p>
        </p:txBody>
      </p:sp>
      <p:cxnSp>
        <p:nvCxnSpPr>
          <p:cNvPr id="43" name="Connector 18">
            <a:extLst>
              <a:ext uri="{FF2B5EF4-FFF2-40B4-BE49-F238E27FC236}">
                <a16:creationId xmlns:a16="http://schemas.microsoft.com/office/drawing/2014/main" id="{46A701CF-0AFA-BF94-09D4-A561F210B31B}"/>
              </a:ext>
            </a:extLst>
          </p:cNvPr>
          <p:cNvCxnSpPr/>
          <p:nvPr/>
        </p:nvCxnSpPr>
        <p:spPr>
          <a:xfrm>
            <a:off x="4393284" y="4896198"/>
            <a:ext cx="365760"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sp>
        <p:nvSpPr>
          <p:cNvPr id="44" name="TextBox 19">
            <a:extLst>
              <a:ext uri="{FF2B5EF4-FFF2-40B4-BE49-F238E27FC236}">
                <a16:creationId xmlns:a16="http://schemas.microsoft.com/office/drawing/2014/main" id="{9C5FA5B3-D431-AA2E-262D-0C1307E67BBC}"/>
              </a:ext>
            </a:extLst>
          </p:cNvPr>
          <p:cNvSpPr txBox="1"/>
          <p:nvPr/>
        </p:nvSpPr>
        <p:spPr>
          <a:xfrm>
            <a:off x="4941924" y="4743804"/>
            <a:ext cx="5394960" cy="313932"/>
          </a:xfrm>
          <a:prstGeom prst="rect">
            <a:avLst/>
          </a:prstGeom>
          <a:noFill/>
        </p:spPr>
        <p:txBody>
          <a:bodyPr wrap="square" lIns="45720" tIns="18288" rIns="45720" bIns="18288" anchor="ctr">
            <a:spAutoFit/>
          </a:bodyPr>
          <a:lstStyle/>
          <a:p>
            <a:pPr algn="l"/>
            <a:r>
              <a:rPr lang="ja-JP" altLang="en-US" b="0">
                <a:solidFill>
                  <a:srgbClr val="191919"/>
                </a:solidFill>
                <a:latin typeface="Aptos"/>
              </a:rPr>
              <a:t>モデルの比較</a:t>
            </a:r>
            <a:endParaRPr b="0">
              <a:solidFill>
                <a:srgbClr val="191919"/>
              </a:solidFill>
              <a:latin typeface="Aptos"/>
            </a:endParaRPr>
          </a:p>
        </p:txBody>
      </p:sp>
      <p:sp>
        <p:nvSpPr>
          <p:cNvPr id="45" name="TextBox 5">
            <a:extLst>
              <a:ext uri="{FF2B5EF4-FFF2-40B4-BE49-F238E27FC236}">
                <a16:creationId xmlns:a16="http://schemas.microsoft.com/office/drawing/2014/main" id="{92F3BEC7-4223-6227-D8D1-BB744BB90722}"/>
              </a:ext>
            </a:extLst>
          </p:cNvPr>
          <p:cNvSpPr txBox="1"/>
          <p:nvPr/>
        </p:nvSpPr>
        <p:spPr>
          <a:xfrm>
            <a:off x="2133605" y="2064165"/>
            <a:ext cx="1143000" cy="406265"/>
          </a:xfrm>
          <a:prstGeom prst="rect">
            <a:avLst/>
          </a:prstGeom>
          <a:noFill/>
        </p:spPr>
        <p:txBody>
          <a:bodyPr wrap="square" lIns="45720" tIns="18288" rIns="45720" bIns="18288" anchor="ctr">
            <a:spAutoFit/>
          </a:bodyPr>
          <a:lstStyle/>
          <a:p>
            <a:pPr algn="l"/>
            <a:r>
              <a:rPr lang="ja-JP" altLang="en-US" sz="2400" b="1">
                <a:solidFill>
                  <a:srgbClr val="FFA902"/>
                </a:solidFill>
                <a:latin typeface="Aptos"/>
              </a:rPr>
              <a:t>第５回</a:t>
            </a:r>
            <a:endParaRPr sz="2400" b="1">
              <a:solidFill>
                <a:srgbClr val="FFA902"/>
              </a:solidFill>
              <a:latin typeface="Aptos"/>
            </a:endParaRPr>
          </a:p>
        </p:txBody>
      </p:sp>
      <p:sp>
        <p:nvSpPr>
          <p:cNvPr id="46" name="TextBox 8">
            <a:extLst>
              <a:ext uri="{FF2B5EF4-FFF2-40B4-BE49-F238E27FC236}">
                <a16:creationId xmlns:a16="http://schemas.microsoft.com/office/drawing/2014/main" id="{2336775E-16B1-9C72-9768-A7A83F133570}"/>
              </a:ext>
            </a:extLst>
          </p:cNvPr>
          <p:cNvSpPr txBox="1"/>
          <p:nvPr/>
        </p:nvSpPr>
        <p:spPr>
          <a:xfrm>
            <a:off x="2133605" y="2722533"/>
            <a:ext cx="1143000" cy="406265"/>
          </a:xfrm>
          <a:prstGeom prst="rect">
            <a:avLst/>
          </a:prstGeom>
          <a:noFill/>
        </p:spPr>
        <p:txBody>
          <a:bodyPr wrap="square" lIns="45720" tIns="18288" rIns="45720" bIns="18288" anchor="ctr">
            <a:spAutoFit/>
          </a:bodyPr>
          <a:lstStyle/>
          <a:p>
            <a:r>
              <a:rPr lang="ja-JP" altLang="en-US" sz="2400" b="1">
                <a:solidFill>
                  <a:srgbClr val="FFA902"/>
                </a:solidFill>
                <a:latin typeface="Aptos"/>
              </a:rPr>
              <a:t>第６回</a:t>
            </a:r>
          </a:p>
        </p:txBody>
      </p:sp>
      <p:sp>
        <p:nvSpPr>
          <p:cNvPr id="47" name="TextBox 11">
            <a:extLst>
              <a:ext uri="{FF2B5EF4-FFF2-40B4-BE49-F238E27FC236}">
                <a16:creationId xmlns:a16="http://schemas.microsoft.com/office/drawing/2014/main" id="{36C3AB43-1563-5DDA-1791-55A7DDEE6BD3}"/>
              </a:ext>
            </a:extLst>
          </p:cNvPr>
          <p:cNvSpPr txBox="1"/>
          <p:nvPr/>
        </p:nvSpPr>
        <p:spPr>
          <a:xfrm>
            <a:off x="2133605" y="3380901"/>
            <a:ext cx="1143000" cy="406265"/>
          </a:xfrm>
          <a:prstGeom prst="rect">
            <a:avLst/>
          </a:prstGeom>
          <a:noFill/>
        </p:spPr>
        <p:txBody>
          <a:bodyPr wrap="square" lIns="45720" tIns="18288" rIns="45720" bIns="18288" anchor="ctr">
            <a:spAutoFit/>
          </a:bodyPr>
          <a:lstStyle/>
          <a:p>
            <a:r>
              <a:rPr lang="ja-JP" altLang="en-US" sz="2400" b="1">
                <a:solidFill>
                  <a:srgbClr val="FFA902"/>
                </a:solidFill>
                <a:latin typeface="Aptos"/>
              </a:rPr>
              <a:t>第７回</a:t>
            </a:r>
          </a:p>
        </p:txBody>
      </p:sp>
      <p:sp>
        <p:nvSpPr>
          <p:cNvPr id="48" name="TextBox 14">
            <a:extLst>
              <a:ext uri="{FF2B5EF4-FFF2-40B4-BE49-F238E27FC236}">
                <a16:creationId xmlns:a16="http://schemas.microsoft.com/office/drawing/2014/main" id="{90C32C3B-4A53-B547-87B6-4B0EA846BA6C}"/>
              </a:ext>
            </a:extLst>
          </p:cNvPr>
          <p:cNvSpPr txBox="1"/>
          <p:nvPr/>
        </p:nvSpPr>
        <p:spPr>
          <a:xfrm>
            <a:off x="2133605" y="4039269"/>
            <a:ext cx="1143000" cy="406265"/>
          </a:xfrm>
          <a:prstGeom prst="rect">
            <a:avLst/>
          </a:prstGeom>
          <a:noFill/>
        </p:spPr>
        <p:txBody>
          <a:bodyPr wrap="square" lIns="45720" tIns="18288" rIns="45720" bIns="18288" anchor="ctr">
            <a:spAutoFit/>
          </a:bodyPr>
          <a:lstStyle/>
          <a:p>
            <a:r>
              <a:rPr lang="ja-JP" altLang="en-US" sz="2400" b="1">
                <a:solidFill>
                  <a:srgbClr val="FFA902"/>
                </a:solidFill>
                <a:latin typeface="Aptos"/>
              </a:rPr>
              <a:t>第８回</a:t>
            </a:r>
          </a:p>
        </p:txBody>
      </p:sp>
      <p:sp>
        <p:nvSpPr>
          <p:cNvPr id="49" name="TextBox 17">
            <a:extLst>
              <a:ext uri="{FF2B5EF4-FFF2-40B4-BE49-F238E27FC236}">
                <a16:creationId xmlns:a16="http://schemas.microsoft.com/office/drawing/2014/main" id="{0CC89389-86A3-8BF6-BA97-8DC3EF9B5FC9}"/>
              </a:ext>
            </a:extLst>
          </p:cNvPr>
          <p:cNvSpPr txBox="1"/>
          <p:nvPr/>
        </p:nvSpPr>
        <p:spPr>
          <a:xfrm>
            <a:off x="2133605" y="4697637"/>
            <a:ext cx="1143000" cy="406265"/>
          </a:xfrm>
          <a:prstGeom prst="rect">
            <a:avLst/>
          </a:prstGeom>
          <a:noFill/>
        </p:spPr>
        <p:txBody>
          <a:bodyPr wrap="square" lIns="45720" tIns="18288" rIns="45720" bIns="18288" anchor="ctr">
            <a:spAutoFit/>
          </a:bodyPr>
          <a:lstStyle/>
          <a:p>
            <a:r>
              <a:rPr lang="ja-JP" altLang="en-US" sz="2400" b="1">
                <a:solidFill>
                  <a:srgbClr val="FFA902"/>
                </a:solidFill>
                <a:latin typeface="Aptos"/>
              </a:rPr>
              <a:t>第９回</a:t>
            </a:r>
          </a:p>
        </p:txBody>
      </p:sp>
      <p:sp>
        <p:nvSpPr>
          <p:cNvPr id="3" name="Slide Number Placeholder 2">
            <a:extLst>
              <a:ext uri="{FF2B5EF4-FFF2-40B4-BE49-F238E27FC236}">
                <a16:creationId xmlns:a16="http://schemas.microsoft.com/office/drawing/2014/main" id="{A0F57328-5A3E-5374-67F8-F04DD6975D8C}"/>
              </a:ext>
            </a:extLst>
          </p:cNvPr>
          <p:cNvSpPr>
            <a:spLocks noGrp="1"/>
          </p:cNvSpPr>
          <p:nvPr>
            <p:ph type="sldNum" sz="quarter" idx="12"/>
          </p:nvPr>
        </p:nvSpPr>
        <p:spPr/>
        <p:txBody>
          <a:bodyPr lIns="91440" tIns="45720" rIns="91440" bIns="45720" anchor="t"/>
          <a:lstStyle/>
          <a:p>
            <a:pPr algn="r"/>
            <a:fld id="{C1FF6DA9-008F-8B48-92A6-B652298478BF}" type="slidenum">
              <a:rPr lang="en-US" smtClean="0"/>
              <a:pPr algn="r"/>
              <a:t>2</a:t>
            </a:fld>
            <a:endParaRPr lang="en-US"/>
          </a:p>
        </p:txBody>
      </p:sp>
    </p:spTree>
    <p:extLst>
      <p:ext uri="{BB962C8B-B14F-4D97-AF65-F5344CB8AC3E}">
        <p14:creationId xmlns:p14="http://schemas.microsoft.com/office/powerpoint/2010/main" val="5391538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7E7E7"/>
        </a:solidFill>
        <a:effectLst/>
      </p:bgPr>
    </p:bg>
    <p:spTree>
      <p:nvGrpSpPr>
        <p:cNvPr id="1" name=""/>
        <p:cNvGrpSpPr/>
        <p:nvPr/>
      </p:nvGrpSpPr>
      <p:grpSpPr>
        <a:xfrm>
          <a:off x="0" y="0"/>
          <a:ext cx="0" cy="0"/>
          <a:chOff x="0" y="0"/>
          <a:chExt cx="0" cy="0"/>
        </a:xfrm>
      </p:grpSpPr>
      <p:sp>
        <p:nvSpPr>
          <p:cNvPr id="11" name="スライド番号プレースホルダー 10">
            <a:extLst>
              <a:ext uri="{FF2B5EF4-FFF2-40B4-BE49-F238E27FC236}">
                <a16:creationId xmlns:a16="http://schemas.microsoft.com/office/drawing/2014/main" id="{D29A8809-0BAE-995D-06EA-2F866A383361}"/>
              </a:ext>
            </a:extLst>
          </p:cNvPr>
          <p:cNvSpPr>
            <a:spLocks noGrp="1"/>
          </p:cNvSpPr>
          <p:nvPr>
            <p:ph type="sldNum" sz="quarter" idx="12"/>
          </p:nvPr>
        </p:nvSpPr>
        <p:spPr/>
        <p:txBody>
          <a:bodyPr lIns="91440" tIns="45720" rIns="91440" bIns="45720" anchor="t"/>
          <a:lstStyle/>
          <a:p>
            <a:pPr algn="r"/>
            <a:fld id="{C1FF6DA9-008F-8B48-92A6-B652298478BF}" type="slidenum">
              <a:rPr lang="en-US" smtClean="0"/>
              <a:pPr algn="r"/>
              <a:t>3</a:t>
            </a:fld>
            <a:endParaRPr lang="en-US"/>
          </a:p>
        </p:txBody>
      </p:sp>
      <p:sp>
        <p:nvSpPr>
          <p:cNvPr id="85" name="Rectangle 2">
            <a:extLst>
              <a:ext uri="{FF2B5EF4-FFF2-40B4-BE49-F238E27FC236}">
                <a16:creationId xmlns:a16="http://schemas.microsoft.com/office/drawing/2014/main" id="{1517B5F9-39DA-A053-FA8A-2312E54EA957}"/>
              </a:ext>
            </a:extLst>
          </p:cNvPr>
          <p:cNvSpPr/>
          <p:nvPr/>
        </p:nvSpPr>
        <p:spPr>
          <a:xfrm>
            <a:off x="347472" y="438912"/>
            <a:ext cx="11484864" cy="58978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3">
            <a:extLst>
              <a:ext uri="{FF2B5EF4-FFF2-40B4-BE49-F238E27FC236}">
                <a16:creationId xmlns:a16="http://schemas.microsoft.com/office/drawing/2014/main" id="{8691E16B-4C66-1301-A389-AE7B6BC57DCC}"/>
              </a:ext>
            </a:extLst>
          </p:cNvPr>
          <p:cNvSpPr/>
          <p:nvPr/>
        </p:nvSpPr>
        <p:spPr>
          <a:xfrm>
            <a:off x="4297680" y="438912"/>
            <a:ext cx="7534656" cy="914400"/>
          </a:xfrm>
          <a:prstGeom prst="rect">
            <a:avLst/>
          </a:prstGeom>
          <a:solidFill>
            <a:srgbClr val="FFA900"/>
          </a:solidFill>
          <a:ln>
            <a:solidFill>
              <a:srgbClr val="FFA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4">
            <a:extLst>
              <a:ext uri="{FF2B5EF4-FFF2-40B4-BE49-F238E27FC236}">
                <a16:creationId xmlns:a16="http://schemas.microsoft.com/office/drawing/2014/main" id="{98370165-0781-B644-C754-00279895642E}"/>
              </a:ext>
            </a:extLst>
          </p:cNvPr>
          <p:cNvSpPr txBox="1"/>
          <p:nvPr/>
        </p:nvSpPr>
        <p:spPr>
          <a:xfrm>
            <a:off x="4590288" y="718962"/>
            <a:ext cx="6949440" cy="390876"/>
          </a:xfrm>
          <a:prstGeom prst="rect">
            <a:avLst/>
          </a:prstGeom>
          <a:noFill/>
        </p:spPr>
        <p:txBody>
          <a:bodyPr wrap="square" lIns="45720" tIns="18288" rIns="45720" bIns="18288" anchor="ctr">
            <a:spAutoFit/>
          </a:bodyPr>
          <a:lstStyle/>
          <a:p>
            <a:pPr algn="l"/>
            <a:r>
              <a:rPr lang="ja-JP" altLang="en-US" sz="2300" b="1">
                <a:solidFill>
                  <a:srgbClr val="191919"/>
                </a:solidFill>
                <a:latin typeface="Aptos"/>
              </a:rPr>
              <a:t>モデルの入手と印刷設定</a:t>
            </a:r>
            <a:endParaRPr sz="2300" b="1">
              <a:solidFill>
                <a:srgbClr val="191919"/>
              </a:solidFill>
              <a:latin typeface="Aptos"/>
            </a:endParaRPr>
          </a:p>
        </p:txBody>
      </p:sp>
      <p:sp>
        <p:nvSpPr>
          <p:cNvPr id="88" name="TextBox 5">
            <a:extLst>
              <a:ext uri="{FF2B5EF4-FFF2-40B4-BE49-F238E27FC236}">
                <a16:creationId xmlns:a16="http://schemas.microsoft.com/office/drawing/2014/main" id="{C2DA9D23-A115-0C28-9DF3-D5F5CDD41BFF}"/>
              </a:ext>
            </a:extLst>
          </p:cNvPr>
          <p:cNvSpPr txBox="1"/>
          <p:nvPr/>
        </p:nvSpPr>
        <p:spPr>
          <a:xfrm>
            <a:off x="713232" y="577398"/>
            <a:ext cx="4572000" cy="198516"/>
          </a:xfrm>
          <a:prstGeom prst="rect">
            <a:avLst/>
          </a:prstGeom>
          <a:noFill/>
        </p:spPr>
        <p:txBody>
          <a:bodyPr wrap="square" lIns="45720" tIns="18288" rIns="45720" bIns="18288" anchor="ctr">
            <a:spAutoFit/>
          </a:bodyPr>
          <a:lstStyle/>
          <a:p>
            <a:pPr algn="l"/>
            <a:r>
              <a:rPr sz="1050" b="1">
                <a:solidFill>
                  <a:srgbClr val="FFA900"/>
                </a:solidFill>
                <a:latin typeface="Aptos"/>
              </a:rPr>
              <a:t>02 / 3D PRINTING</a:t>
            </a:r>
          </a:p>
        </p:txBody>
      </p:sp>
      <p:sp>
        <p:nvSpPr>
          <p:cNvPr id="89" name="TextBox 6">
            <a:extLst>
              <a:ext uri="{FF2B5EF4-FFF2-40B4-BE49-F238E27FC236}">
                <a16:creationId xmlns:a16="http://schemas.microsoft.com/office/drawing/2014/main" id="{579E30CF-4508-5731-C45A-B581F8FD4B07}"/>
              </a:ext>
            </a:extLst>
          </p:cNvPr>
          <p:cNvSpPr txBox="1"/>
          <p:nvPr/>
        </p:nvSpPr>
        <p:spPr>
          <a:xfrm>
            <a:off x="713232" y="886453"/>
            <a:ext cx="3447288" cy="421654"/>
          </a:xfrm>
          <a:prstGeom prst="rect">
            <a:avLst/>
          </a:prstGeom>
          <a:noFill/>
        </p:spPr>
        <p:txBody>
          <a:bodyPr wrap="square" lIns="45720" tIns="18288" rIns="45720" bIns="18288" anchor="ctr">
            <a:spAutoFit/>
          </a:bodyPr>
          <a:lstStyle/>
          <a:p>
            <a:pPr algn="l"/>
            <a:r>
              <a:rPr lang="ja-JP" altLang="en-US" sz="2500" b="1">
                <a:solidFill>
                  <a:srgbClr val="191919"/>
                </a:solidFill>
                <a:latin typeface="Aptos"/>
              </a:rPr>
              <a:t>3Dプリント</a:t>
            </a:r>
            <a:endParaRPr sz="2500" b="1">
              <a:solidFill>
                <a:srgbClr val="191919"/>
              </a:solidFill>
              <a:latin typeface="Aptos"/>
            </a:endParaRPr>
          </a:p>
        </p:txBody>
      </p:sp>
      <p:sp>
        <p:nvSpPr>
          <p:cNvPr id="90" name="Rectangle 6">
            <a:extLst>
              <a:ext uri="{FF2B5EF4-FFF2-40B4-BE49-F238E27FC236}">
                <a16:creationId xmlns:a16="http://schemas.microsoft.com/office/drawing/2014/main" id="{3BC8848C-EB5A-CEA3-AFB6-B065398957DB}"/>
              </a:ext>
            </a:extLst>
          </p:cNvPr>
          <p:cNvSpPr/>
          <p:nvPr/>
        </p:nvSpPr>
        <p:spPr>
          <a:xfrm>
            <a:off x="638289" y="3423799"/>
            <a:ext cx="5361433" cy="2670048"/>
          </a:xfrm>
          <a:prstGeom prst="rect">
            <a:avLst/>
          </a:prstGeom>
          <a:solidFill>
            <a:srgbClr val="F6F6F2"/>
          </a:solidFill>
          <a:ln>
            <a:solidFill>
              <a:srgbClr val="F6F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7">
            <a:extLst>
              <a:ext uri="{FF2B5EF4-FFF2-40B4-BE49-F238E27FC236}">
                <a16:creationId xmlns:a16="http://schemas.microsoft.com/office/drawing/2014/main" id="{C2C4D7D5-1DBC-9504-C258-54621FFD41E7}"/>
              </a:ext>
            </a:extLst>
          </p:cNvPr>
          <p:cNvSpPr/>
          <p:nvPr/>
        </p:nvSpPr>
        <p:spPr>
          <a:xfrm>
            <a:off x="638289" y="3423129"/>
            <a:ext cx="5361433" cy="233248"/>
          </a:xfrm>
          <a:prstGeom prst="rect">
            <a:avLst/>
          </a:prstGeom>
          <a:solidFill>
            <a:srgbClr val="FFA900"/>
          </a:solidFill>
          <a:ln>
            <a:solidFill>
              <a:srgbClr val="FFA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1">
            <a:extLst>
              <a:ext uri="{FF2B5EF4-FFF2-40B4-BE49-F238E27FC236}">
                <a16:creationId xmlns:a16="http://schemas.microsoft.com/office/drawing/2014/main" id="{9366A8FC-3593-7E9D-DA5F-DA3B429F131C}"/>
              </a:ext>
            </a:extLst>
          </p:cNvPr>
          <p:cNvSpPr txBox="1"/>
          <p:nvPr/>
        </p:nvSpPr>
        <p:spPr>
          <a:xfrm>
            <a:off x="784668" y="3730752"/>
            <a:ext cx="5074920" cy="2304288"/>
          </a:xfrm>
          <a:prstGeom prst="rect">
            <a:avLst/>
          </a:prstGeom>
          <a:noFill/>
        </p:spPr>
        <p:txBody>
          <a:bodyPr wrap="square" lIns="45720" tIns="25400" rIns="45720" bIns="0" anchor="t">
            <a:noAutofit/>
          </a:bodyPr>
          <a:lstStyle/>
          <a:p>
            <a:pPr>
              <a:spcBef>
                <a:spcPts val="400"/>
              </a:spcBef>
              <a:spcAft>
                <a:spcPts val="200"/>
              </a:spcAft>
            </a:pPr>
            <a:r>
              <a:rPr lang="ja-JP" altLang="en-US" sz="1500" b="1">
                <a:solidFill>
                  <a:srgbClr val="E89200"/>
                </a:solidFill>
                <a:latin typeface="Yu Gothic"/>
              </a:rPr>
              <a:t>●途中モデルを変更した理由</a:t>
            </a:r>
          </a:p>
          <a:p>
            <a:pPr>
              <a:spcBef>
                <a:spcPts val="0"/>
              </a:spcBef>
              <a:spcAft>
                <a:spcPts val="200"/>
              </a:spcAft>
            </a:pPr>
            <a:r>
              <a:rPr lang="ja-JP" altLang="en-US" sz="1300">
                <a:solidFill>
                  <a:srgbClr val="1A1A1A"/>
                </a:solidFill>
                <a:latin typeface="Yu Gothic" panose="020B0400000000000000" pitchFamily="34" charset="-128"/>
                <a:ea typeface="Yu Gothic" panose="020B0400000000000000" pitchFamily="34" charset="-128"/>
              </a:rPr>
              <a:t>ライブラリ版は印刷面の粗さやスパゲッティエラーが多発</a:t>
            </a:r>
          </a:p>
          <a:p>
            <a:pPr>
              <a:spcBef>
                <a:spcPts val="0"/>
              </a:spcBef>
              <a:spcAft>
                <a:spcPts val="200"/>
              </a:spcAft>
            </a:pPr>
            <a:r>
              <a:rPr lang="ja-JP" altLang="en-US" sz="1300">
                <a:solidFill>
                  <a:srgbClr val="1A1A1A"/>
                </a:solidFill>
                <a:latin typeface="Yu Gothic" panose="020B0400000000000000" pitchFamily="34" charset="-128"/>
                <a:ea typeface="Yu Gothic" panose="020B0400000000000000" pitchFamily="34" charset="-128"/>
              </a:rPr>
              <a:t>公式モデルへ変更したところ安定した</a:t>
            </a:r>
            <a:endParaRPr lang="en-US" altLang="ja-JP" sz="1300">
              <a:solidFill>
                <a:srgbClr val="E89200"/>
              </a:solidFill>
              <a:latin typeface="Yu Gothic" panose="020B0400000000000000" pitchFamily="34" charset="-128"/>
              <a:ea typeface="Yu Gothic" panose="020B0400000000000000" pitchFamily="34" charset="-128"/>
            </a:endParaRPr>
          </a:p>
          <a:p>
            <a:pPr>
              <a:spcBef>
                <a:spcPts val="400"/>
              </a:spcBef>
              <a:spcAft>
                <a:spcPts val="200"/>
              </a:spcAft>
            </a:pPr>
            <a:r>
              <a:rPr lang="ja-JP" altLang="en-US" sz="1500" b="1">
                <a:solidFill>
                  <a:srgbClr val="E89200"/>
                </a:solidFill>
                <a:latin typeface="Yu Gothic"/>
              </a:rPr>
              <a:t>●プリントにかかる時間</a:t>
            </a:r>
          </a:p>
          <a:p>
            <a:pPr>
              <a:spcBef>
                <a:spcPts val="0"/>
              </a:spcBef>
              <a:spcAft>
                <a:spcPts val="200"/>
              </a:spcAft>
            </a:pPr>
            <a:r>
              <a:rPr lang="ja-JP" altLang="en-US" sz="1300">
                <a:latin typeface="Yu Gothic" panose="020B0400000000000000" pitchFamily="34" charset="-128"/>
                <a:ea typeface="Yu Gothic" panose="020B0400000000000000" pitchFamily="34" charset="-128"/>
              </a:rPr>
              <a:t>・Bambu版：合計 約25時間（9時間×2＋3.5時間×2）</a:t>
            </a:r>
            <a:endParaRPr lang="en-US" altLang="ja-JP" sz="1400">
              <a:latin typeface="Yu Gothic" panose="020B0400000000000000" pitchFamily="34" charset="-128"/>
              <a:ea typeface="Yu Gothic" panose="020B0400000000000000" pitchFamily="34" charset="-128"/>
            </a:endParaRPr>
          </a:p>
          <a:p>
            <a:pPr>
              <a:spcBef>
                <a:spcPts val="0"/>
              </a:spcBef>
              <a:spcAft>
                <a:spcPts val="200"/>
              </a:spcAft>
            </a:pPr>
            <a:r>
              <a:rPr lang="ja-JP" altLang="en-US" sz="1300">
                <a:latin typeface="Yu Gothic" panose="020B0400000000000000" pitchFamily="34" charset="-128"/>
                <a:ea typeface="Yu Gothic" panose="020B0400000000000000" pitchFamily="34" charset="-128"/>
              </a:rPr>
              <a:t>・公式版：合計</a:t>
            </a:r>
            <a:r>
              <a:rPr lang="en-US" altLang="ja-JP" sz="1300">
                <a:latin typeface="Yu Gothic" panose="020B0400000000000000" pitchFamily="34" charset="-128"/>
                <a:ea typeface="Yu Gothic" panose="020B0400000000000000" pitchFamily="34" charset="-128"/>
              </a:rPr>
              <a:t> </a:t>
            </a:r>
            <a:r>
              <a:rPr lang="ja-JP" altLang="en-US" sz="1300">
                <a:latin typeface="Yu Gothic" panose="020B0400000000000000" pitchFamily="34" charset="-128"/>
                <a:ea typeface="Yu Gothic" panose="020B0400000000000000" pitchFamily="34" charset="-128"/>
              </a:rPr>
              <a:t>約</a:t>
            </a:r>
            <a:r>
              <a:rPr lang="en-US" altLang="ja-JP" sz="1300">
                <a:latin typeface="Yu Gothic" panose="020B0400000000000000" pitchFamily="34" charset="-128"/>
                <a:ea typeface="Yu Gothic" panose="020B0400000000000000" pitchFamily="34" charset="-128"/>
              </a:rPr>
              <a:t>32</a:t>
            </a:r>
            <a:r>
              <a:rPr lang="ja-JP" altLang="en-US" sz="1300">
                <a:latin typeface="Yu Gothic" panose="020B0400000000000000" pitchFamily="34" charset="-128"/>
                <a:ea typeface="Yu Gothic" panose="020B0400000000000000" pitchFamily="34" charset="-128"/>
              </a:rPr>
              <a:t>時間（</a:t>
            </a:r>
            <a:r>
              <a:rPr lang="en-US" altLang="ja-JP" sz="1300">
                <a:latin typeface="Yu Gothic" panose="020B0400000000000000" pitchFamily="34" charset="-128"/>
                <a:ea typeface="Yu Gothic" panose="020B0400000000000000" pitchFamily="34" charset="-128"/>
              </a:rPr>
              <a:t>16</a:t>
            </a:r>
            <a:r>
              <a:rPr lang="ja-JP" altLang="en-US" sz="1300">
                <a:latin typeface="Yu Gothic" panose="020B0400000000000000" pitchFamily="34" charset="-128"/>
                <a:ea typeface="Yu Gothic" panose="020B0400000000000000" pitchFamily="34" charset="-128"/>
              </a:rPr>
              <a:t>時間×2 ）</a:t>
            </a:r>
            <a:endParaRPr lang="en-US" altLang="ja-JP" sz="1400">
              <a:latin typeface="Yu Gothic" panose="020B0400000000000000" pitchFamily="34" charset="-128"/>
              <a:ea typeface="Yu Gothic" panose="020B0400000000000000" pitchFamily="34" charset="-128"/>
            </a:endParaRPr>
          </a:p>
          <a:p>
            <a:pPr>
              <a:spcBef>
                <a:spcPts val="400"/>
              </a:spcBef>
              <a:spcAft>
                <a:spcPts val="200"/>
              </a:spcAft>
            </a:pPr>
            <a:r>
              <a:rPr lang="ja-JP" altLang="en-US" sz="1500" b="1">
                <a:solidFill>
                  <a:srgbClr val="E89200"/>
                </a:solidFill>
                <a:latin typeface="Yu Gothic"/>
              </a:rPr>
              <a:t>●気をつけた点</a:t>
            </a:r>
            <a:endParaRPr sz="1600" b="1">
              <a:solidFill>
                <a:srgbClr val="E89200"/>
              </a:solidFill>
              <a:latin typeface="Yu Gothic"/>
            </a:endParaRPr>
          </a:p>
          <a:p>
            <a:pPr>
              <a:spcBef>
                <a:spcPts val="0"/>
              </a:spcBef>
              <a:spcAft>
                <a:spcPts val="200"/>
              </a:spcAft>
            </a:pPr>
            <a:r>
              <a:rPr sz="1300">
                <a:solidFill>
                  <a:srgbClr val="1A1A1A"/>
                </a:solidFill>
                <a:latin typeface="Yu Gothic"/>
              </a:rPr>
              <a:t>・</a:t>
            </a:r>
            <a:r>
              <a:rPr sz="1300" err="1">
                <a:solidFill>
                  <a:srgbClr val="1A1A1A"/>
                </a:solidFill>
                <a:latin typeface="Yu Gothic"/>
              </a:rPr>
              <a:t>複数色の部品は一色ずつ印刷する</a:t>
            </a:r>
            <a:endParaRPr sz="1400">
              <a:solidFill>
                <a:srgbClr val="1A1A1A"/>
              </a:solidFill>
              <a:latin typeface="Yu Gothic"/>
            </a:endParaRPr>
          </a:p>
          <a:p>
            <a:pPr>
              <a:spcBef>
                <a:spcPts val="0"/>
              </a:spcBef>
              <a:spcAft>
                <a:spcPts val="200"/>
              </a:spcAft>
            </a:pPr>
            <a:r>
              <a:rPr lang="ja-JP" altLang="en-US" sz="1300">
                <a:solidFill>
                  <a:srgbClr val="1A1A1A"/>
                </a:solidFill>
                <a:latin typeface="Yu Gothic" panose="020B0400000000000000" pitchFamily="34" charset="-128"/>
                <a:ea typeface="Yu Gothic" panose="020B0400000000000000" pitchFamily="34" charset="-128"/>
              </a:rPr>
              <a:t>・組み立て前にバリをしっかり取る</a:t>
            </a:r>
          </a:p>
        </p:txBody>
      </p:sp>
      <p:pic>
        <p:nvPicPr>
          <p:cNvPr id="99" name="図 98">
            <a:extLst>
              <a:ext uri="{FF2B5EF4-FFF2-40B4-BE49-F238E27FC236}">
                <a16:creationId xmlns:a16="http://schemas.microsoft.com/office/drawing/2014/main" id="{5CB8023A-962F-6BF5-AFC5-C36AEAF71586}"/>
              </a:ext>
            </a:extLst>
          </p:cNvPr>
          <p:cNvPicPr>
            <a:picLocks noChangeAspect="1"/>
          </p:cNvPicPr>
          <p:nvPr/>
        </p:nvPicPr>
        <p:blipFill>
          <a:blip r:embed="rId3"/>
          <a:srcRect/>
          <a:stretch>
            <a:fillRect/>
          </a:stretch>
        </p:blipFill>
        <p:spPr>
          <a:xfrm>
            <a:off x="9030335" y="3588324"/>
            <a:ext cx="2524552" cy="2524552"/>
          </a:xfrm>
          <a:prstGeom prst="rect">
            <a:avLst/>
          </a:prstGeom>
        </p:spPr>
      </p:pic>
      <p:pic>
        <p:nvPicPr>
          <p:cNvPr id="100" name="図 99">
            <a:extLst>
              <a:ext uri="{FF2B5EF4-FFF2-40B4-BE49-F238E27FC236}">
                <a16:creationId xmlns:a16="http://schemas.microsoft.com/office/drawing/2014/main" id="{3C5B7770-192E-F923-FCD7-58682B4E6247}"/>
              </a:ext>
            </a:extLst>
          </p:cNvPr>
          <p:cNvPicPr>
            <a:picLocks noChangeAspect="1"/>
          </p:cNvPicPr>
          <p:nvPr/>
        </p:nvPicPr>
        <p:blipFill>
          <a:blip r:embed="rId4"/>
          <a:srcRect l="34543" t="38394" r="9363" b="12777"/>
          <a:stretch>
            <a:fillRect/>
          </a:stretch>
        </p:blipFill>
        <p:spPr>
          <a:xfrm>
            <a:off x="6294733" y="1813318"/>
            <a:ext cx="2651760" cy="1600200"/>
          </a:xfrm>
          <a:prstGeom prst="rect">
            <a:avLst/>
          </a:prstGeom>
        </p:spPr>
      </p:pic>
      <p:pic>
        <p:nvPicPr>
          <p:cNvPr id="101" name="図 100">
            <a:extLst>
              <a:ext uri="{FF2B5EF4-FFF2-40B4-BE49-F238E27FC236}">
                <a16:creationId xmlns:a16="http://schemas.microsoft.com/office/drawing/2014/main" id="{BEFD7DA0-E091-CABA-C01F-C0A4CCD02F77}"/>
              </a:ext>
            </a:extLst>
          </p:cNvPr>
          <p:cNvPicPr>
            <a:picLocks noChangeAspect="1"/>
          </p:cNvPicPr>
          <p:nvPr/>
        </p:nvPicPr>
        <p:blipFill>
          <a:blip r:embed="rId5"/>
          <a:srcRect l="47301" t="18692" r="20314" b="24426"/>
          <a:stretch>
            <a:fillRect/>
          </a:stretch>
        </p:blipFill>
        <p:spPr>
          <a:xfrm rot="5400000">
            <a:off x="9494637" y="1368427"/>
            <a:ext cx="1600200" cy="2489982"/>
          </a:xfrm>
          <a:prstGeom prst="rect">
            <a:avLst/>
          </a:prstGeom>
        </p:spPr>
      </p:pic>
      <p:pic>
        <p:nvPicPr>
          <p:cNvPr id="102" name="図 101">
            <a:extLst>
              <a:ext uri="{FF2B5EF4-FFF2-40B4-BE49-F238E27FC236}">
                <a16:creationId xmlns:a16="http://schemas.microsoft.com/office/drawing/2014/main" id="{55E398F4-3FDE-86EE-45F8-C9730F5515B1}"/>
              </a:ext>
            </a:extLst>
          </p:cNvPr>
          <p:cNvPicPr>
            <a:picLocks noChangeAspect="1"/>
          </p:cNvPicPr>
          <p:nvPr/>
        </p:nvPicPr>
        <p:blipFill>
          <a:blip r:embed="rId6"/>
          <a:stretch>
            <a:fillRect/>
          </a:stretch>
        </p:blipFill>
        <p:spPr>
          <a:xfrm>
            <a:off x="6296784" y="2835219"/>
            <a:ext cx="1325880" cy="950976"/>
          </a:xfrm>
          <a:prstGeom prst="rect">
            <a:avLst/>
          </a:prstGeom>
        </p:spPr>
      </p:pic>
      <p:sp>
        <p:nvSpPr>
          <p:cNvPr id="103" name="TextBox 93">
            <a:extLst>
              <a:ext uri="{FF2B5EF4-FFF2-40B4-BE49-F238E27FC236}">
                <a16:creationId xmlns:a16="http://schemas.microsoft.com/office/drawing/2014/main" id="{8102116F-96B9-D7E5-2AC9-8F1751F83CFB}"/>
              </a:ext>
            </a:extLst>
          </p:cNvPr>
          <p:cNvSpPr txBox="1"/>
          <p:nvPr/>
        </p:nvSpPr>
        <p:spPr>
          <a:xfrm>
            <a:off x="6529830" y="3511986"/>
            <a:ext cx="2377440" cy="138499"/>
          </a:xfrm>
          <a:prstGeom prst="rect">
            <a:avLst/>
          </a:prstGeom>
          <a:noFill/>
        </p:spPr>
        <p:txBody>
          <a:bodyPr wrap="square" lIns="0" tIns="0" rIns="0" bIns="0">
            <a:spAutoFit/>
          </a:bodyPr>
          <a:lstStyle/>
          <a:p>
            <a:pPr algn="r"/>
            <a:r>
              <a:rPr lang="en-US" altLang="ja-JP" sz="900">
                <a:latin typeface="Yu Gothic"/>
              </a:rPr>
              <a:t>Bambu</a:t>
            </a:r>
            <a:r>
              <a:rPr lang="ja-JP" altLang="en-US" sz="900">
                <a:latin typeface="Yu Gothic"/>
              </a:rPr>
              <a:t>ライブラリのモデル</a:t>
            </a:r>
            <a:endParaRPr sz="900">
              <a:latin typeface="Yu Gothic"/>
            </a:endParaRPr>
          </a:p>
        </p:txBody>
      </p:sp>
      <p:sp>
        <p:nvSpPr>
          <p:cNvPr id="104" name="TextBox 94">
            <a:extLst>
              <a:ext uri="{FF2B5EF4-FFF2-40B4-BE49-F238E27FC236}">
                <a16:creationId xmlns:a16="http://schemas.microsoft.com/office/drawing/2014/main" id="{1FD42D76-73A7-0F3B-D4FD-F1FF17745739}"/>
              </a:ext>
            </a:extLst>
          </p:cNvPr>
          <p:cNvSpPr txBox="1"/>
          <p:nvPr/>
        </p:nvSpPr>
        <p:spPr>
          <a:xfrm>
            <a:off x="9107424" y="3510183"/>
            <a:ext cx="2377440" cy="138499"/>
          </a:xfrm>
          <a:prstGeom prst="rect">
            <a:avLst/>
          </a:prstGeom>
          <a:noFill/>
        </p:spPr>
        <p:txBody>
          <a:bodyPr wrap="square" lIns="0" tIns="0" rIns="0" bIns="0">
            <a:spAutoFit/>
          </a:bodyPr>
          <a:lstStyle/>
          <a:p>
            <a:pPr algn="r"/>
            <a:r>
              <a:rPr lang="ja-JP" altLang="en-US" sz="900">
                <a:latin typeface="Yu Gothic"/>
              </a:rPr>
              <a:t>公式ライブラリのモデル</a:t>
            </a:r>
          </a:p>
        </p:txBody>
      </p:sp>
      <p:sp>
        <p:nvSpPr>
          <p:cNvPr id="105" name="TextBox 95">
            <a:extLst>
              <a:ext uri="{FF2B5EF4-FFF2-40B4-BE49-F238E27FC236}">
                <a16:creationId xmlns:a16="http://schemas.microsoft.com/office/drawing/2014/main" id="{73060B22-3A38-6947-9BB6-2BAB33B34783}"/>
              </a:ext>
            </a:extLst>
          </p:cNvPr>
          <p:cNvSpPr txBox="1"/>
          <p:nvPr/>
        </p:nvSpPr>
        <p:spPr>
          <a:xfrm>
            <a:off x="7983415" y="5914694"/>
            <a:ext cx="891567" cy="138499"/>
          </a:xfrm>
          <a:prstGeom prst="rect">
            <a:avLst/>
          </a:prstGeom>
          <a:noFill/>
        </p:spPr>
        <p:txBody>
          <a:bodyPr wrap="square" lIns="0" tIns="0" rIns="0" bIns="0">
            <a:spAutoFit/>
          </a:bodyPr>
          <a:lstStyle/>
          <a:p>
            <a:pPr algn="ctr"/>
            <a:r>
              <a:rPr lang="ja-JP" altLang="en-US" sz="900">
                <a:latin typeface="Yu Gothic"/>
              </a:rPr>
              <a:t>実際の印刷</a:t>
            </a:r>
            <a:endParaRPr sz="900">
              <a:latin typeface="Yu Gothic"/>
            </a:endParaRPr>
          </a:p>
        </p:txBody>
      </p:sp>
      <p:sp>
        <p:nvSpPr>
          <p:cNvPr id="106" name="TextBox 96">
            <a:extLst>
              <a:ext uri="{FF2B5EF4-FFF2-40B4-BE49-F238E27FC236}">
                <a16:creationId xmlns:a16="http://schemas.microsoft.com/office/drawing/2014/main" id="{CAB5BF82-9BDE-13D6-9C9E-5386547D34D2}"/>
              </a:ext>
            </a:extLst>
          </p:cNvPr>
          <p:cNvSpPr txBox="1"/>
          <p:nvPr/>
        </p:nvSpPr>
        <p:spPr>
          <a:xfrm>
            <a:off x="10373642" y="5937146"/>
            <a:ext cx="1166086" cy="138499"/>
          </a:xfrm>
          <a:prstGeom prst="rect">
            <a:avLst/>
          </a:prstGeom>
          <a:noFill/>
        </p:spPr>
        <p:txBody>
          <a:bodyPr wrap="square" lIns="0" tIns="0" rIns="0" bIns="0">
            <a:spAutoFit/>
          </a:bodyPr>
          <a:lstStyle/>
          <a:p>
            <a:pPr algn="ctr"/>
            <a:r>
              <a:rPr lang="en-US" altLang="ja-JP" sz="900"/>
              <a:t>Bambu Lab </a:t>
            </a:r>
            <a:r>
              <a:rPr lang="ja-JP" altLang="ja-JP" sz="900"/>
              <a:t>P2S</a:t>
            </a:r>
            <a:endParaRPr sz="900">
              <a:latin typeface="Yu Gothic"/>
            </a:endParaRPr>
          </a:p>
        </p:txBody>
      </p:sp>
      <p:sp>
        <p:nvSpPr>
          <p:cNvPr id="107" name="Rectangle 6">
            <a:extLst>
              <a:ext uri="{FF2B5EF4-FFF2-40B4-BE49-F238E27FC236}">
                <a16:creationId xmlns:a16="http://schemas.microsoft.com/office/drawing/2014/main" id="{D5705711-72C4-3EDF-D145-BFB52E3715D3}"/>
              </a:ext>
            </a:extLst>
          </p:cNvPr>
          <p:cNvSpPr/>
          <p:nvPr/>
        </p:nvSpPr>
        <p:spPr>
          <a:xfrm>
            <a:off x="548639" y="1855397"/>
            <a:ext cx="1207008" cy="1088674"/>
          </a:xfrm>
          <a:prstGeom prst="rect">
            <a:avLst/>
          </a:prstGeom>
          <a:solidFill>
            <a:srgbClr val="F6F6F2"/>
          </a:solidFill>
          <a:ln>
            <a:solidFill>
              <a:srgbClr val="F6F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108" name="TextBox 7">
            <a:extLst>
              <a:ext uri="{FF2B5EF4-FFF2-40B4-BE49-F238E27FC236}">
                <a16:creationId xmlns:a16="http://schemas.microsoft.com/office/drawing/2014/main" id="{7A63010A-0CED-F03A-4F37-1B32AE69B565}"/>
              </a:ext>
            </a:extLst>
          </p:cNvPr>
          <p:cNvSpPr txBox="1"/>
          <p:nvPr/>
        </p:nvSpPr>
        <p:spPr>
          <a:xfrm>
            <a:off x="594359" y="2023845"/>
            <a:ext cx="1112341" cy="190821"/>
          </a:xfrm>
          <a:prstGeom prst="rect">
            <a:avLst/>
          </a:prstGeom>
          <a:noFill/>
        </p:spPr>
        <p:txBody>
          <a:bodyPr wrap="square" lIns="45720" tIns="18288" rIns="45720" bIns="18288" anchor="ctr">
            <a:spAutoFit/>
          </a:bodyPr>
          <a:lstStyle/>
          <a:p>
            <a:pPr algn="ctr"/>
            <a:r>
              <a:rPr sz="1000" b="1">
                <a:solidFill>
                  <a:srgbClr val="FFA900"/>
                </a:solidFill>
                <a:latin typeface="Aptos"/>
              </a:rPr>
              <a:t>01</a:t>
            </a:r>
          </a:p>
        </p:txBody>
      </p:sp>
      <p:sp>
        <p:nvSpPr>
          <p:cNvPr id="109" name="TextBox 8">
            <a:extLst>
              <a:ext uri="{FF2B5EF4-FFF2-40B4-BE49-F238E27FC236}">
                <a16:creationId xmlns:a16="http://schemas.microsoft.com/office/drawing/2014/main" id="{5EE8471B-F091-22A1-C77F-1B0D57A98AD4}"/>
              </a:ext>
            </a:extLst>
          </p:cNvPr>
          <p:cNvSpPr txBox="1"/>
          <p:nvPr/>
        </p:nvSpPr>
        <p:spPr>
          <a:xfrm>
            <a:off x="594359" y="2278014"/>
            <a:ext cx="1112341" cy="198516"/>
          </a:xfrm>
          <a:prstGeom prst="rect">
            <a:avLst/>
          </a:prstGeom>
          <a:noFill/>
        </p:spPr>
        <p:txBody>
          <a:bodyPr wrap="square" lIns="45720" tIns="18288" rIns="45720" bIns="18288" anchor="ctr">
            <a:spAutoFit/>
          </a:bodyPr>
          <a:lstStyle/>
          <a:p>
            <a:pPr algn="ctr"/>
            <a:r>
              <a:rPr lang="ja-JP" altLang="en-US" sz="1050" b="1">
                <a:solidFill>
                  <a:srgbClr val="191919"/>
                </a:solidFill>
                <a:latin typeface="Aptos"/>
              </a:rPr>
              <a:t>モデルを入手</a:t>
            </a:r>
            <a:endParaRPr sz="1050" b="1">
              <a:solidFill>
                <a:srgbClr val="191919"/>
              </a:solidFill>
              <a:latin typeface="Aptos"/>
            </a:endParaRPr>
          </a:p>
        </p:txBody>
      </p:sp>
      <p:sp>
        <p:nvSpPr>
          <p:cNvPr id="110" name="TextBox 9">
            <a:extLst>
              <a:ext uri="{FF2B5EF4-FFF2-40B4-BE49-F238E27FC236}">
                <a16:creationId xmlns:a16="http://schemas.microsoft.com/office/drawing/2014/main" id="{2829DB81-2859-66AE-FC31-F2314A0D8BD9}"/>
              </a:ext>
            </a:extLst>
          </p:cNvPr>
          <p:cNvSpPr txBox="1"/>
          <p:nvPr/>
        </p:nvSpPr>
        <p:spPr>
          <a:xfrm>
            <a:off x="621791" y="2624856"/>
            <a:ext cx="1088674" cy="160044"/>
          </a:xfrm>
          <a:prstGeom prst="rect">
            <a:avLst/>
          </a:prstGeom>
          <a:noFill/>
        </p:spPr>
        <p:txBody>
          <a:bodyPr wrap="square" lIns="45720" tIns="18288" rIns="45720" bIns="18288" anchor="ctr">
            <a:spAutoFit/>
          </a:bodyPr>
          <a:lstStyle/>
          <a:p>
            <a:pPr algn="ctr"/>
            <a:r>
              <a:rPr sz="800" b="0">
                <a:solidFill>
                  <a:srgbClr val="787873"/>
                </a:solidFill>
                <a:latin typeface="Aptos"/>
              </a:rPr>
              <a:t>STLを入手</a:t>
            </a:r>
          </a:p>
        </p:txBody>
      </p:sp>
      <p:sp>
        <p:nvSpPr>
          <p:cNvPr id="111" name="Rectangle 6">
            <a:extLst>
              <a:ext uri="{FF2B5EF4-FFF2-40B4-BE49-F238E27FC236}">
                <a16:creationId xmlns:a16="http://schemas.microsoft.com/office/drawing/2014/main" id="{8A1F2F7A-1ED3-0157-A054-9DAC63661540}"/>
              </a:ext>
            </a:extLst>
          </p:cNvPr>
          <p:cNvSpPr/>
          <p:nvPr/>
        </p:nvSpPr>
        <p:spPr>
          <a:xfrm>
            <a:off x="1983640" y="1855397"/>
            <a:ext cx="1207008" cy="1088674"/>
          </a:xfrm>
          <a:prstGeom prst="rect">
            <a:avLst/>
          </a:prstGeom>
          <a:solidFill>
            <a:srgbClr val="F6F6F2"/>
          </a:solidFill>
          <a:ln>
            <a:solidFill>
              <a:srgbClr val="F6F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112" name="TextBox 7">
            <a:extLst>
              <a:ext uri="{FF2B5EF4-FFF2-40B4-BE49-F238E27FC236}">
                <a16:creationId xmlns:a16="http://schemas.microsoft.com/office/drawing/2014/main" id="{6EC89D14-C815-9500-C0B4-51FBD63F6856}"/>
              </a:ext>
            </a:extLst>
          </p:cNvPr>
          <p:cNvSpPr txBox="1"/>
          <p:nvPr/>
        </p:nvSpPr>
        <p:spPr>
          <a:xfrm>
            <a:off x="2029360" y="2026098"/>
            <a:ext cx="1112341" cy="190821"/>
          </a:xfrm>
          <a:prstGeom prst="rect">
            <a:avLst/>
          </a:prstGeom>
          <a:noFill/>
        </p:spPr>
        <p:txBody>
          <a:bodyPr wrap="square" lIns="45720" tIns="18288" rIns="45720" bIns="18288" anchor="ctr">
            <a:spAutoFit/>
          </a:bodyPr>
          <a:lstStyle/>
          <a:p>
            <a:pPr algn="ctr"/>
            <a:r>
              <a:rPr sz="1000" b="1">
                <a:solidFill>
                  <a:srgbClr val="FFA900"/>
                </a:solidFill>
                <a:latin typeface="Aptos"/>
              </a:rPr>
              <a:t>0</a:t>
            </a:r>
            <a:r>
              <a:rPr lang="en-US" altLang="ja-JP" sz="1000" b="1">
                <a:solidFill>
                  <a:srgbClr val="FFA900"/>
                </a:solidFill>
                <a:latin typeface="Aptos"/>
              </a:rPr>
              <a:t>2</a:t>
            </a:r>
            <a:endParaRPr sz="1000" b="1">
              <a:solidFill>
                <a:srgbClr val="FFA900"/>
              </a:solidFill>
              <a:latin typeface="Aptos"/>
            </a:endParaRPr>
          </a:p>
        </p:txBody>
      </p:sp>
      <p:sp>
        <p:nvSpPr>
          <p:cNvPr id="113" name="TextBox 8">
            <a:extLst>
              <a:ext uri="{FF2B5EF4-FFF2-40B4-BE49-F238E27FC236}">
                <a16:creationId xmlns:a16="http://schemas.microsoft.com/office/drawing/2014/main" id="{BA79E23F-F3B9-8C0B-6B53-96697146CAB3}"/>
              </a:ext>
            </a:extLst>
          </p:cNvPr>
          <p:cNvSpPr txBox="1"/>
          <p:nvPr/>
        </p:nvSpPr>
        <p:spPr>
          <a:xfrm>
            <a:off x="2029360" y="2286673"/>
            <a:ext cx="1112341" cy="198516"/>
          </a:xfrm>
          <a:prstGeom prst="rect">
            <a:avLst/>
          </a:prstGeom>
          <a:noFill/>
        </p:spPr>
        <p:txBody>
          <a:bodyPr wrap="square" lIns="45720" tIns="18288" rIns="45720" bIns="18288" anchor="ctr">
            <a:spAutoFit/>
          </a:bodyPr>
          <a:lstStyle/>
          <a:p>
            <a:pPr algn="ctr"/>
            <a:r>
              <a:rPr lang="ja-JP" altLang="en-US" sz="1050" b="1">
                <a:solidFill>
                  <a:srgbClr val="191919"/>
                </a:solidFill>
                <a:latin typeface="Aptos"/>
              </a:rPr>
              <a:t>配置・設定</a:t>
            </a:r>
            <a:endParaRPr sz="1050" b="1">
              <a:solidFill>
                <a:srgbClr val="191919"/>
              </a:solidFill>
              <a:latin typeface="Aptos"/>
            </a:endParaRPr>
          </a:p>
        </p:txBody>
      </p:sp>
      <p:sp>
        <p:nvSpPr>
          <p:cNvPr id="114" name="TextBox 9">
            <a:extLst>
              <a:ext uri="{FF2B5EF4-FFF2-40B4-BE49-F238E27FC236}">
                <a16:creationId xmlns:a16="http://schemas.microsoft.com/office/drawing/2014/main" id="{704B528D-E595-7064-5ADF-E21F2A52033C}"/>
              </a:ext>
            </a:extLst>
          </p:cNvPr>
          <p:cNvSpPr txBox="1"/>
          <p:nvPr/>
        </p:nvSpPr>
        <p:spPr>
          <a:xfrm>
            <a:off x="2056285" y="2624856"/>
            <a:ext cx="1088674" cy="160044"/>
          </a:xfrm>
          <a:prstGeom prst="rect">
            <a:avLst/>
          </a:prstGeom>
          <a:noFill/>
        </p:spPr>
        <p:txBody>
          <a:bodyPr wrap="square" lIns="45720" tIns="18288" rIns="45720" bIns="18288" anchor="ctr">
            <a:spAutoFit/>
          </a:bodyPr>
          <a:lstStyle/>
          <a:p>
            <a:pPr algn="ctr"/>
            <a:r>
              <a:rPr sz="800" b="0">
                <a:solidFill>
                  <a:srgbClr val="787873"/>
                </a:solidFill>
                <a:latin typeface="Aptos"/>
              </a:rPr>
              <a:t>部品を並べる</a:t>
            </a:r>
          </a:p>
        </p:txBody>
      </p:sp>
      <p:sp>
        <p:nvSpPr>
          <p:cNvPr id="116" name="Rectangle 6">
            <a:extLst>
              <a:ext uri="{FF2B5EF4-FFF2-40B4-BE49-F238E27FC236}">
                <a16:creationId xmlns:a16="http://schemas.microsoft.com/office/drawing/2014/main" id="{51DDD535-D95B-1342-3A47-AC90C8A3A277}"/>
              </a:ext>
            </a:extLst>
          </p:cNvPr>
          <p:cNvSpPr/>
          <p:nvPr/>
        </p:nvSpPr>
        <p:spPr>
          <a:xfrm>
            <a:off x="3418641" y="1856795"/>
            <a:ext cx="1207008" cy="1088674"/>
          </a:xfrm>
          <a:prstGeom prst="rect">
            <a:avLst/>
          </a:prstGeom>
          <a:solidFill>
            <a:srgbClr val="F6F6F2"/>
          </a:solidFill>
          <a:ln>
            <a:solidFill>
              <a:srgbClr val="F6F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117" name="TextBox 7">
            <a:extLst>
              <a:ext uri="{FF2B5EF4-FFF2-40B4-BE49-F238E27FC236}">
                <a16:creationId xmlns:a16="http://schemas.microsoft.com/office/drawing/2014/main" id="{B0DB67C9-E3EE-68E5-7B7E-C6912819BFC4}"/>
              </a:ext>
            </a:extLst>
          </p:cNvPr>
          <p:cNvSpPr txBox="1"/>
          <p:nvPr/>
        </p:nvSpPr>
        <p:spPr>
          <a:xfrm>
            <a:off x="3464361" y="2025243"/>
            <a:ext cx="1112341" cy="190821"/>
          </a:xfrm>
          <a:prstGeom prst="rect">
            <a:avLst/>
          </a:prstGeom>
          <a:noFill/>
        </p:spPr>
        <p:txBody>
          <a:bodyPr wrap="square" lIns="45720" tIns="18288" rIns="45720" bIns="18288" anchor="ctr">
            <a:spAutoFit/>
          </a:bodyPr>
          <a:lstStyle/>
          <a:p>
            <a:pPr algn="ctr"/>
            <a:r>
              <a:rPr sz="1000" b="1">
                <a:solidFill>
                  <a:srgbClr val="FFA900"/>
                </a:solidFill>
                <a:latin typeface="Aptos"/>
              </a:rPr>
              <a:t>0</a:t>
            </a:r>
            <a:r>
              <a:rPr lang="en-US" altLang="ja-JP" sz="1000" b="1">
                <a:solidFill>
                  <a:srgbClr val="FFA900"/>
                </a:solidFill>
                <a:latin typeface="Aptos"/>
              </a:rPr>
              <a:t>3</a:t>
            </a:r>
            <a:endParaRPr sz="1000" b="1">
              <a:solidFill>
                <a:srgbClr val="FFA900"/>
              </a:solidFill>
              <a:latin typeface="Aptos"/>
            </a:endParaRPr>
          </a:p>
        </p:txBody>
      </p:sp>
      <p:sp>
        <p:nvSpPr>
          <p:cNvPr id="118" name="TextBox 8">
            <a:extLst>
              <a:ext uri="{FF2B5EF4-FFF2-40B4-BE49-F238E27FC236}">
                <a16:creationId xmlns:a16="http://schemas.microsoft.com/office/drawing/2014/main" id="{F3C141D8-7C49-86E4-A98B-72FDBEF8A970}"/>
              </a:ext>
            </a:extLst>
          </p:cNvPr>
          <p:cNvSpPr txBox="1"/>
          <p:nvPr/>
        </p:nvSpPr>
        <p:spPr>
          <a:xfrm>
            <a:off x="3464361" y="2279412"/>
            <a:ext cx="1112341" cy="198516"/>
          </a:xfrm>
          <a:prstGeom prst="rect">
            <a:avLst/>
          </a:prstGeom>
          <a:noFill/>
        </p:spPr>
        <p:txBody>
          <a:bodyPr wrap="square" lIns="45720" tIns="18288" rIns="45720" bIns="18288" anchor="ctr">
            <a:spAutoFit/>
          </a:bodyPr>
          <a:lstStyle/>
          <a:p>
            <a:pPr algn="ctr"/>
            <a:r>
              <a:rPr lang="ja-JP" altLang="en-US" sz="1050" b="1">
                <a:solidFill>
                  <a:srgbClr val="191919"/>
                </a:solidFill>
                <a:latin typeface="Aptos"/>
              </a:rPr>
              <a:t>印刷</a:t>
            </a:r>
            <a:endParaRPr sz="1050" b="1">
              <a:solidFill>
                <a:srgbClr val="191919"/>
              </a:solidFill>
              <a:latin typeface="Aptos"/>
            </a:endParaRPr>
          </a:p>
        </p:txBody>
      </p:sp>
      <p:sp>
        <p:nvSpPr>
          <p:cNvPr id="119" name="TextBox 9">
            <a:extLst>
              <a:ext uri="{FF2B5EF4-FFF2-40B4-BE49-F238E27FC236}">
                <a16:creationId xmlns:a16="http://schemas.microsoft.com/office/drawing/2014/main" id="{C6008245-EFB3-BAA6-6202-A42352AD2566}"/>
              </a:ext>
            </a:extLst>
          </p:cNvPr>
          <p:cNvSpPr txBox="1"/>
          <p:nvPr/>
        </p:nvSpPr>
        <p:spPr>
          <a:xfrm>
            <a:off x="3491793" y="2626254"/>
            <a:ext cx="1088674" cy="160044"/>
          </a:xfrm>
          <a:prstGeom prst="rect">
            <a:avLst/>
          </a:prstGeom>
          <a:noFill/>
        </p:spPr>
        <p:txBody>
          <a:bodyPr wrap="square" lIns="45720" tIns="18288" rIns="45720" bIns="18288" anchor="ctr">
            <a:spAutoFit/>
          </a:bodyPr>
          <a:lstStyle/>
          <a:p>
            <a:pPr algn="ctr"/>
            <a:r>
              <a:rPr sz="800" b="0" err="1">
                <a:solidFill>
                  <a:srgbClr val="787873"/>
                </a:solidFill>
                <a:latin typeface="Aptos"/>
              </a:rPr>
              <a:t>印刷</a:t>
            </a:r>
            <a:endParaRPr sz="800" b="0">
              <a:solidFill>
                <a:srgbClr val="787873"/>
              </a:solidFill>
              <a:latin typeface="Aptos"/>
            </a:endParaRPr>
          </a:p>
        </p:txBody>
      </p:sp>
      <p:sp>
        <p:nvSpPr>
          <p:cNvPr id="121" name="Rectangle 6">
            <a:extLst>
              <a:ext uri="{FF2B5EF4-FFF2-40B4-BE49-F238E27FC236}">
                <a16:creationId xmlns:a16="http://schemas.microsoft.com/office/drawing/2014/main" id="{2BF04195-CDAB-17F5-AAA8-0767D2411A52}"/>
              </a:ext>
            </a:extLst>
          </p:cNvPr>
          <p:cNvSpPr/>
          <p:nvPr/>
        </p:nvSpPr>
        <p:spPr>
          <a:xfrm>
            <a:off x="4853643" y="1856795"/>
            <a:ext cx="1207008" cy="1088674"/>
          </a:xfrm>
          <a:prstGeom prst="rect">
            <a:avLst/>
          </a:prstGeom>
          <a:solidFill>
            <a:srgbClr val="F6F6F2"/>
          </a:solidFill>
          <a:ln>
            <a:solidFill>
              <a:srgbClr val="F6F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122" name="TextBox 7">
            <a:extLst>
              <a:ext uri="{FF2B5EF4-FFF2-40B4-BE49-F238E27FC236}">
                <a16:creationId xmlns:a16="http://schemas.microsoft.com/office/drawing/2014/main" id="{E7BF1517-3758-7315-D1AB-F356462491E9}"/>
              </a:ext>
            </a:extLst>
          </p:cNvPr>
          <p:cNvSpPr txBox="1"/>
          <p:nvPr/>
        </p:nvSpPr>
        <p:spPr>
          <a:xfrm>
            <a:off x="4914961" y="2025243"/>
            <a:ext cx="1112341" cy="190821"/>
          </a:xfrm>
          <a:prstGeom prst="rect">
            <a:avLst/>
          </a:prstGeom>
          <a:noFill/>
        </p:spPr>
        <p:txBody>
          <a:bodyPr wrap="square" lIns="45720" tIns="18288" rIns="45720" bIns="18288" anchor="ctr">
            <a:spAutoFit/>
          </a:bodyPr>
          <a:lstStyle/>
          <a:p>
            <a:pPr algn="ctr"/>
            <a:r>
              <a:rPr sz="1000" b="1">
                <a:solidFill>
                  <a:srgbClr val="FFA900"/>
                </a:solidFill>
                <a:latin typeface="Aptos"/>
              </a:rPr>
              <a:t>04</a:t>
            </a:r>
          </a:p>
        </p:txBody>
      </p:sp>
      <p:sp>
        <p:nvSpPr>
          <p:cNvPr id="123" name="TextBox 8">
            <a:extLst>
              <a:ext uri="{FF2B5EF4-FFF2-40B4-BE49-F238E27FC236}">
                <a16:creationId xmlns:a16="http://schemas.microsoft.com/office/drawing/2014/main" id="{FAA9655E-8E3D-7A0A-5625-2CAF8033E6FD}"/>
              </a:ext>
            </a:extLst>
          </p:cNvPr>
          <p:cNvSpPr txBox="1"/>
          <p:nvPr/>
        </p:nvSpPr>
        <p:spPr>
          <a:xfrm>
            <a:off x="4899363" y="2279412"/>
            <a:ext cx="1112341" cy="198516"/>
          </a:xfrm>
          <a:prstGeom prst="rect">
            <a:avLst/>
          </a:prstGeom>
          <a:noFill/>
        </p:spPr>
        <p:txBody>
          <a:bodyPr wrap="square" lIns="45720" tIns="18288" rIns="45720" bIns="18288" anchor="ctr">
            <a:spAutoFit/>
          </a:bodyPr>
          <a:lstStyle/>
          <a:p>
            <a:pPr algn="ctr"/>
            <a:r>
              <a:rPr lang="ja-JP" altLang="en-US" sz="1050" b="1">
                <a:solidFill>
                  <a:srgbClr val="191919"/>
                </a:solidFill>
                <a:latin typeface="Aptos"/>
              </a:rPr>
              <a:t>バリ取り</a:t>
            </a:r>
            <a:endParaRPr sz="1050" b="1">
              <a:solidFill>
                <a:srgbClr val="191919"/>
              </a:solidFill>
              <a:latin typeface="Aptos"/>
            </a:endParaRPr>
          </a:p>
        </p:txBody>
      </p:sp>
      <p:sp>
        <p:nvSpPr>
          <p:cNvPr id="124" name="TextBox 9">
            <a:extLst>
              <a:ext uri="{FF2B5EF4-FFF2-40B4-BE49-F238E27FC236}">
                <a16:creationId xmlns:a16="http://schemas.microsoft.com/office/drawing/2014/main" id="{9321A801-87FA-581D-ECC2-6D06E142F010}"/>
              </a:ext>
            </a:extLst>
          </p:cNvPr>
          <p:cNvSpPr txBox="1"/>
          <p:nvPr/>
        </p:nvSpPr>
        <p:spPr>
          <a:xfrm>
            <a:off x="4926795" y="2626254"/>
            <a:ext cx="1088674" cy="160044"/>
          </a:xfrm>
          <a:prstGeom prst="rect">
            <a:avLst/>
          </a:prstGeom>
          <a:noFill/>
        </p:spPr>
        <p:txBody>
          <a:bodyPr wrap="square" lIns="45720" tIns="18288" rIns="45720" bIns="18288" anchor="ctr">
            <a:spAutoFit/>
          </a:bodyPr>
          <a:lstStyle/>
          <a:p>
            <a:pPr algn="ctr"/>
            <a:r>
              <a:rPr sz="800" b="0">
                <a:solidFill>
                  <a:srgbClr val="787873"/>
                </a:solidFill>
                <a:latin typeface="Aptos"/>
              </a:rPr>
              <a:t>組み立て前に処理</a:t>
            </a:r>
          </a:p>
        </p:txBody>
      </p:sp>
      <p:cxnSp>
        <p:nvCxnSpPr>
          <p:cNvPr id="125" name="Connector 10">
            <a:extLst>
              <a:ext uri="{FF2B5EF4-FFF2-40B4-BE49-F238E27FC236}">
                <a16:creationId xmlns:a16="http://schemas.microsoft.com/office/drawing/2014/main" id="{F6E34F46-5E74-02A6-078F-B1D8AE065C48}"/>
              </a:ext>
            </a:extLst>
          </p:cNvPr>
          <p:cNvCxnSpPr>
            <a:cxnSpLocks/>
            <a:stCxn id="107" idx="3"/>
            <a:endCxn id="111" idx="1"/>
          </p:cNvCxnSpPr>
          <p:nvPr/>
        </p:nvCxnSpPr>
        <p:spPr>
          <a:xfrm>
            <a:off x="1755647" y="2399734"/>
            <a:ext cx="227993"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cxnSp>
        <p:nvCxnSpPr>
          <p:cNvPr id="126" name="Connector 10">
            <a:extLst>
              <a:ext uri="{FF2B5EF4-FFF2-40B4-BE49-F238E27FC236}">
                <a16:creationId xmlns:a16="http://schemas.microsoft.com/office/drawing/2014/main" id="{BD71E381-356C-AA4E-B25D-85F31DB31D31}"/>
              </a:ext>
            </a:extLst>
          </p:cNvPr>
          <p:cNvCxnSpPr>
            <a:cxnSpLocks/>
            <a:stCxn id="111" idx="3"/>
            <a:endCxn id="116" idx="1"/>
          </p:cNvCxnSpPr>
          <p:nvPr/>
        </p:nvCxnSpPr>
        <p:spPr>
          <a:xfrm>
            <a:off x="3190648" y="2399734"/>
            <a:ext cx="227993" cy="1398"/>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cxnSp>
        <p:nvCxnSpPr>
          <p:cNvPr id="127" name="Connector 10">
            <a:extLst>
              <a:ext uri="{FF2B5EF4-FFF2-40B4-BE49-F238E27FC236}">
                <a16:creationId xmlns:a16="http://schemas.microsoft.com/office/drawing/2014/main" id="{EDB81F0C-2D37-5518-A43D-4F3E50C298BB}"/>
              </a:ext>
            </a:extLst>
          </p:cNvPr>
          <p:cNvCxnSpPr>
            <a:cxnSpLocks/>
            <a:stCxn id="116" idx="3"/>
            <a:endCxn id="121" idx="1"/>
          </p:cNvCxnSpPr>
          <p:nvPr/>
        </p:nvCxnSpPr>
        <p:spPr>
          <a:xfrm>
            <a:off x="4625649" y="2401132"/>
            <a:ext cx="227994"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pic>
        <p:nvPicPr>
          <p:cNvPr id="128" name="図 127">
            <a:extLst>
              <a:ext uri="{FF2B5EF4-FFF2-40B4-BE49-F238E27FC236}">
                <a16:creationId xmlns:a16="http://schemas.microsoft.com/office/drawing/2014/main" id="{EFCCE8AF-6165-322D-BD43-895014B7213E}"/>
              </a:ext>
            </a:extLst>
          </p:cNvPr>
          <p:cNvPicPr>
            <a:picLocks noChangeAspect="1"/>
          </p:cNvPicPr>
          <p:nvPr/>
        </p:nvPicPr>
        <p:blipFill>
          <a:blip r:embed="rId7"/>
          <a:srcRect l="15714" t="8283" r="15384" b="3905"/>
          <a:stretch>
            <a:fillRect/>
          </a:stretch>
        </p:blipFill>
        <p:spPr>
          <a:xfrm>
            <a:off x="6401740" y="4084491"/>
            <a:ext cx="2432304" cy="1741076"/>
          </a:xfrm>
          <a:prstGeom prst="rect">
            <a:avLst/>
          </a:prstGeom>
        </p:spPr>
      </p:pic>
    </p:spTree>
    <p:extLst>
      <p:ext uri="{BB962C8B-B14F-4D97-AF65-F5344CB8AC3E}">
        <p14:creationId xmlns:p14="http://schemas.microsoft.com/office/powerpoint/2010/main" val="7286157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_paper_texture.png"/>
          <p:cNvPicPr>
            <a:picLocks noChangeAspect="1"/>
          </p:cNvPicPr>
          <p:nvPr/>
        </p:nvPicPr>
        <p:blipFill>
          <a:blip r:embed="rId3"/>
          <a:stretch>
            <a:fillRect/>
          </a:stretch>
        </p:blipFill>
        <p:spPr>
          <a:xfrm>
            <a:off x="14025" y="19013"/>
            <a:ext cx="12191695" cy="6858000"/>
          </a:xfrm>
          <a:prstGeom prst="rect">
            <a:avLst/>
          </a:prstGeom>
        </p:spPr>
      </p:pic>
      <p:sp>
        <p:nvSpPr>
          <p:cNvPr id="3" name="Rectangle 2"/>
          <p:cNvSpPr/>
          <p:nvPr/>
        </p:nvSpPr>
        <p:spPr>
          <a:xfrm>
            <a:off x="347472" y="438912"/>
            <a:ext cx="11484864" cy="58978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577398"/>
            <a:ext cx="4572000" cy="198516"/>
          </a:xfrm>
          <a:prstGeom prst="rect">
            <a:avLst/>
          </a:prstGeom>
          <a:noFill/>
        </p:spPr>
        <p:txBody>
          <a:bodyPr wrap="square" lIns="45720" tIns="18288" rIns="45720" bIns="18288" anchor="ctr">
            <a:spAutoFit/>
          </a:bodyPr>
          <a:lstStyle/>
          <a:p>
            <a:pPr algn="l"/>
            <a:r>
              <a:rPr sz="1050" b="1">
                <a:solidFill>
                  <a:srgbClr val="FFA900"/>
                </a:solidFill>
                <a:latin typeface="Aptos"/>
              </a:rPr>
              <a:t>03 / ASSEMBLY</a:t>
            </a:r>
          </a:p>
        </p:txBody>
      </p:sp>
      <p:sp>
        <p:nvSpPr>
          <p:cNvPr id="5" name="TextBox 4"/>
          <p:cNvSpPr txBox="1"/>
          <p:nvPr/>
        </p:nvSpPr>
        <p:spPr>
          <a:xfrm>
            <a:off x="713232" y="822960"/>
            <a:ext cx="10789920" cy="548640"/>
          </a:xfrm>
          <a:prstGeom prst="rect">
            <a:avLst/>
          </a:prstGeom>
          <a:noFill/>
        </p:spPr>
        <p:txBody>
          <a:bodyPr wrap="square" lIns="45720" tIns="18288" rIns="45720" bIns="18288" anchor="ctr">
            <a:spAutoFit/>
          </a:bodyPr>
          <a:lstStyle/>
          <a:p>
            <a:pPr algn="l"/>
            <a:r>
              <a:rPr sz="2500" b="1">
                <a:solidFill>
                  <a:srgbClr val="191919"/>
                </a:solidFill>
                <a:latin typeface="Aptos"/>
              </a:rPr>
              <a:t>組み立ての手順</a:t>
            </a:r>
          </a:p>
        </p:txBody>
      </p:sp>
      <p:sp>
        <p:nvSpPr>
          <p:cNvPr id="6" name="TextBox 5"/>
          <p:cNvSpPr txBox="1"/>
          <p:nvPr/>
        </p:nvSpPr>
        <p:spPr>
          <a:xfrm>
            <a:off x="731520" y="1470702"/>
            <a:ext cx="10424160" cy="283154"/>
          </a:xfrm>
          <a:prstGeom prst="rect">
            <a:avLst/>
          </a:prstGeom>
          <a:noFill/>
        </p:spPr>
        <p:txBody>
          <a:bodyPr wrap="square" lIns="45720" tIns="18288" rIns="45720" bIns="18288" anchor="ctr">
            <a:spAutoFit/>
          </a:bodyPr>
          <a:lstStyle/>
          <a:p>
            <a:pPr algn="l"/>
            <a:r>
              <a:rPr sz="1600" b="0" err="1">
                <a:solidFill>
                  <a:srgbClr val="787873"/>
                </a:solidFill>
                <a:latin typeface="Aptos"/>
              </a:rPr>
              <a:t>モーターの準備から組み上げまで</a:t>
            </a:r>
            <a:endParaRPr sz="1600" b="0">
              <a:solidFill>
                <a:srgbClr val="787873"/>
              </a:solidFill>
              <a:latin typeface="Aptos"/>
            </a:endParaRPr>
          </a:p>
        </p:txBody>
      </p:sp>
      <p:sp>
        <p:nvSpPr>
          <p:cNvPr id="7" name="Rectangle 6"/>
          <p:cNvSpPr/>
          <p:nvPr/>
        </p:nvSpPr>
        <p:spPr>
          <a:xfrm>
            <a:off x="685800" y="2066888"/>
            <a:ext cx="2331720" cy="2103120"/>
          </a:xfrm>
          <a:prstGeom prst="rect">
            <a:avLst/>
          </a:prstGeom>
          <a:solidFill>
            <a:srgbClr val="F6F6F2"/>
          </a:solidFill>
          <a:ln>
            <a:solidFill>
              <a:srgbClr val="F6F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219145"/>
            <a:ext cx="2148840" cy="344710"/>
          </a:xfrm>
          <a:prstGeom prst="rect">
            <a:avLst/>
          </a:prstGeom>
          <a:noFill/>
        </p:spPr>
        <p:txBody>
          <a:bodyPr wrap="square" lIns="45720" tIns="18288" rIns="45720" bIns="18288" anchor="ctr">
            <a:spAutoFit/>
          </a:bodyPr>
          <a:lstStyle/>
          <a:p>
            <a:pPr algn="ctr"/>
            <a:r>
              <a:rPr sz="2000" b="1">
                <a:solidFill>
                  <a:srgbClr val="FFA900"/>
                </a:solidFill>
                <a:latin typeface="Aptos"/>
              </a:rPr>
              <a:t>01</a:t>
            </a:r>
          </a:p>
        </p:txBody>
      </p:sp>
      <p:sp>
        <p:nvSpPr>
          <p:cNvPr id="9" name="TextBox 8"/>
          <p:cNvSpPr txBox="1"/>
          <p:nvPr/>
        </p:nvSpPr>
        <p:spPr>
          <a:xfrm>
            <a:off x="777240" y="2706968"/>
            <a:ext cx="2148840" cy="411480"/>
          </a:xfrm>
          <a:prstGeom prst="rect">
            <a:avLst/>
          </a:prstGeom>
          <a:noFill/>
        </p:spPr>
        <p:txBody>
          <a:bodyPr wrap="square" lIns="45720" tIns="18288" rIns="45720" bIns="18288" anchor="ctr">
            <a:spAutoFit/>
          </a:bodyPr>
          <a:lstStyle/>
          <a:p>
            <a:pPr algn="ctr"/>
            <a:r>
              <a:rPr sz="1600" b="1">
                <a:solidFill>
                  <a:srgbClr val="191919"/>
                </a:solidFill>
                <a:latin typeface="Aptos"/>
              </a:rPr>
              <a:t>モーターの準備</a:t>
            </a:r>
          </a:p>
        </p:txBody>
      </p:sp>
      <p:sp>
        <p:nvSpPr>
          <p:cNvPr id="10" name="TextBox 9"/>
          <p:cNvSpPr txBox="1"/>
          <p:nvPr/>
        </p:nvSpPr>
        <p:spPr>
          <a:xfrm>
            <a:off x="795528" y="3341739"/>
            <a:ext cx="2103120" cy="467820"/>
          </a:xfrm>
          <a:prstGeom prst="rect">
            <a:avLst/>
          </a:prstGeom>
          <a:noFill/>
        </p:spPr>
        <p:txBody>
          <a:bodyPr wrap="square" lIns="45720" tIns="18288" rIns="45720" bIns="18288" anchor="ctr">
            <a:spAutoFit/>
          </a:bodyPr>
          <a:lstStyle/>
          <a:p>
            <a:pPr algn="ctr"/>
            <a:r>
              <a:rPr sz="1400" b="0">
                <a:solidFill>
                  <a:srgbClr val="787873"/>
                </a:solidFill>
                <a:latin typeface="Aptos"/>
              </a:rPr>
              <a:t>F1〜F6・L1〜L6に</a:t>
            </a:r>
            <a:endParaRPr lang="en-US" sz="1400" b="0">
              <a:solidFill>
                <a:srgbClr val="787873"/>
              </a:solidFill>
              <a:latin typeface="Aptos"/>
            </a:endParaRPr>
          </a:p>
          <a:p>
            <a:pPr algn="ctr"/>
            <a:r>
              <a:rPr sz="1400" b="0" err="1">
                <a:solidFill>
                  <a:srgbClr val="787873"/>
                </a:solidFill>
                <a:latin typeface="Aptos"/>
              </a:rPr>
              <a:t>ラベル付け</a:t>
            </a:r>
            <a:endParaRPr sz="1400" b="0">
              <a:solidFill>
                <a:srgbClr val="787873"/>
              </a:solidFill>
              <a:latin typeface="Aptos"/>
            </a:endParaRPr>
          </a:p>
        </p:txBody>
      </p:sp>
      <p:cxnSp>
        <p:nvCxnSpPr>
          <p:cNvPr id="11" name="Connector 10"/>
          <p:cNvCxnSpPr>
            <a:cxnSpLocks/>
            <a:stCxn id="7" idx="3"/>
            <a:endCxn id="12" idx="1"/>
          </p:cNvCxnSpPr>
          <p:nvPr/>
        </p:nvCxnSpPr>
        <p:spPr>
          <a:xfrm>
            <a:off x="3017520" y="3118448"/>
            <a:ext cx="521208"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538728" y="2066888"/>
            <a:ext cx="2331720" cy="2103120"/>
          </a:xfrm>
          <a:prstGeom prst="rect">
            <a:avLst/>
          </a:prstGeom>
          <a:solidFill>
            <a:srgbClr val="F6F6F2"/>
          </a:solidFill>
          <a:ln>
            <a:solidFill>
              <a:srgbClr val="F6F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30168" y="2219145"/>
            <a:ext cx="2148840" cy="344710"/>
          </a:xfrm>
          <a:prstGeom prst="rect">
            <a:avLst/>
          </a:prstGeom>
          <a:noFill/>
        </p:spPr>
        <p:txBody>
          <a:bodyPr wrap="square" lIns="45720" tIns="18288" rIns="45720" bIns="18288" anchor="ctr">
            <a:spAutoFit/>
          </a:bodyPr>
          <a:lstStyle/>
          <a:p>
            <a:pPr algn="ctr"/>
            <a:r>
              <a:rPr sz="2000" b="1">
                <a:solidFill>
                  <a:srgbClr val="FFA900"/>
                </a:solidFill>
                <a:latin typeface="Aptos"/>
              </a:rPr>
              <a:t>02</a:t>
            </a:r>
          </a:p>
        </p:txBody>
      </p:sp>
      <p:sp>
        <p:nvSpPr>
          <p:cNvPr id="14" name="TextBox 13"/>
          <p:cNvSpPr txBox="1"/>
          <p:nvPr/>
        </p:nvSpPr>
        <p:spPr>
          <a:xfrm>
            <a:off x="3630168" y="2771131"/>
            <a:ext cx="2148840" cy="283154"/>
          </a:xfrm>
          <a:prstGeom prst="rect">
            <a:avLst/>
          </a:prstGeom>
          <a:noFill/>
        </p:spPr>
        <p:txBody>
          <a:bodyPr wrap="square" lIns="45720" tIns="18288" rIns="45720" bIns="18288" anchor="ctr">
            <a:spAutoFit/>
          </a:bodyPr>
          <a:lstStyle/>
          <a:p>
            <a:pPr algn="ctr"/>
            <a:r>
              <a:rPr lang="ja-JP" altLang="en-US" sz="1600" b="1">
                <a:solidFill>
                  <a:srgbClr val="191919"/>
                </a:solidFill>
                <a:latin typeface="Aptos"/>
              </a:rPr>
              <a:t>電源・</a:t>
            </a:r>
            <a:r>
              <a:rPr lang="en-US" altLang="ja-JP" sz="1600" b="1">
                <a:solidFill>
                  <a:srgbClr val="191919"/>
                </a:solidFill>
                <a:latin typeface="Aptos"/>
              </a:rPr>
              <a:t>USB</a:t>
            </a:r>
            <a:r>
              <a:rPr lang="ja-JP" altLang="en-US" sz="1600" b="1">
                <a:solidFill>
                  <a:srgbClr val="191919"/>
                </a:solidFill>
                <a:latin typeface="Aptos"/>
              </a:rPr>
              <a:t>接続</a:t>
            </a:r>
          </a:p>
        </p:txBody>
      </p:sp>
      <p:sp>
        <p:nvSpPr>
          <p:cNvPr id="15" name="TextBox 14"/>
          <p:cNvSpPr txBox="1"/>
          <p:nvPr/>
        </p:nvSpPr>
        <p:spPr>
          <a:xfrm>
            <a:off x="3648456" y="3449460"/>
            <a:ext cx="2103120" cy="252377"/>
          </a:xfrm>
          <a:prstGeom prst="rect">
            <a:avLst/>
          </a:prstGeom>
          <a:noFill/>
        </p:spPr>
        <p:txBody>
          <a:bodyPr wrap="square" lIns="45720" tIns="18288" rIns="45720" bIns="18288" anchor="ctr">
            <a:spAutoFit/>
          </a:bodyPr>
          <a:lstStyle/>
          <a:p>
            <a:pPr algn="ctr"/>
            <a:r>
              <a:rPr lang="ja-JP" altLang="en-US" sz="1400">
                <a:solidFill>
                  <a:srgbClr val="787873"/>
                </a:solidFill>
                <a:latin typeface="Aptos"/>
              </a:rPr>
              <a:t>電源と</a:t>
            </a:r>
            <a:r>
              <a:rPr lang="en-US" altLang="ja-JP" sz="1400">
                <a:solidFill>
                  <a:srgbClr val="787873"/>
                </a:solidFill>
                <a:latin typeface="Aptos"/>
              </a:rPr>
              <a:t>USB</a:t>
            </a:r>
            <a:r>
              <a:rPr lang="ja-JP" altLang="en-US" sz="1400">
                <a:solidFill>
                  <a:srgbClr val="787873"/>
                </a:solidFill>
                <a:latin typeface="Aptos"/>
              </a:rPr>
              <a:t>の両方が必要</a:t>
            </a:r>
          </a:p>
        </p:txBody>
      </p:sp>
      <p:cxnSp>
        <p:nvCxnSpPr>
          <p:cNvPr id="16" name="Connector 15"/>
          <p:cNvCxnSpPr>
            <a:cxnSpLocks/>
            <a:stCxn id="12" idx="3"/>
          </p:cNvCxnSpPr>
          <p:nvPr/>
        </p:nvCxnSpPr>
        <p:spPr>
          <a:xfrm>
            <a:off x="5870448" y="3118448"/>
            <a:ext cx="521208"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6391656" y="2066888"/>
            <a:ext cx="2331720" cy="2103120"/>
          </a:xfrm>
          <a:prstGeom prst="rect">
            <a:avLst/>
          </a:prstGeom>
          <a:solidFill>
            <a:srgbClr val="F6F6F2"/>
          </a:solidFill>
          <a:ln>
            <a:solidFill>
              <a:srgbClr val="F6F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83096" y="2219145"/>
            <a:ext cx="2148840" cy="344710"/>
          </a:xfrm>
          <a:prstGeom prst="rect">
            <a:avLst/>
          </a:prstGeom>
          <a:noFill/>
        </p:spPr>
        <p:txBody>
          <a:bodyPr wrap="square" lIns="45720" tIns="18288" rIns="45720" bIns="18288" anchor="ctr">
            <a:spAutoFit/>
          </a:bodyPr>
          <a:lstStyle/>
          <a:p>
            <a:pPr algn="ctr"/>
            <a:r>
              <a:rPr sz="2000" b="1">
                <a:solidFill>
                  <a:srgbClr val="FFA900"/>
                </a:solidFill>
                <a:latin typeface="Aptos"/>
              </a:rPr>
              <a:t>03</a:t>
            </a:r>
          </a:p>
        </p:txBody>
      </p:sp>
      <p:sp>
        <p:nvSpPr>
          <p:cNvPr id="19" name="TextBox 18"/>
          <p:cNvSpPr txBox="1"/>
          <p:nvPr/>
        </p:nvSpPr>
        <p:spPr>
          <a:xfrm>
            <a:off x="6483096" y="2771131"/>
            <a:ext cx="2148840" cy="283154"/>
          </a:xfrm>
          <a:prstGeom prst="rect">
            <a:avLst/>
          </a:prstGeom>
          <a:noFill/>
        </p:spPr>
        <p:txBody>
          <a:bodyPr wrap="square" lIns="45720" tIns="18288" rIns="45720" bIns="18288" anchor="ctr">
            <a:spAutoFit/>
          </a:bodyPr>
          <a:lstStyle/>
          <a:p>
            <a:pPr algn="ctr"/>
            <a:r>
              <a:rPr lang="en-US" altLang="ja-JP" sz="1600" b="1">
                <a:solidFill>
                  <a:srgbClr val="191919"/>
                </a:solidFill>
                <a:latin typeface="Aptos"/>
              </a:rPr>
              <a:t>ID</a:t>
            </a:r>
            <a:r>
              <a:rPr lang="ja-JP" altLang="en-US" sz="1600" b="1">
                <a:solidFill>
                  <a:srgbClr val="191919"/>
                </a:solidFill>
                <a:latin typeface="Aptos"/>
              </a:rPr>
              <a:t>設定</a:t>
            </a:r>
          </a:p>
        </p:txBody>
      </p:sp>
      <p:sp>
        <p:nvSpPr>
          <p:cNvPr id="20" name="TextBox 19"/>
          <p:cNvSpPr txBox="1"/>
          <p:nvPr/>
        </p:nvSpPr>
        <p:spPr>
          <a:xfrm>
            <a:off x="6501384" y="3341739"/>
            <a:ext cx="2103120" cy="467820"/>
          </a:xfrm>
          <a:prstGeom prst="rect">
            <a:avLst/>
          </a:prstGeom>
          <a:noFill/>
        </p:spPr>
        <p:txBody>
          <a:bodyPr wrap="square" lIns="45720" tIns="18288" rIns="45720" bIns="18288" anchor="ctr">
            <a:spAutoFit/>
          </a:bodyPr>
          <a:lstStyle/>
          <a:p>
            <a:pPr algn="ctr"/>
            <a:r>
              <a:rPr lang="en-US" altLang="ja-JP" sz="1400">
                <a:solidFill>
                  <a:srgbClr val="787873"/>
                </a:solidFill>
                <a:latin typeface="Aptos"/>
              </a:rPr>
              <a:t>1</a:t>
            </a:r>
            <a:r>
              <a:rPr lang="ja-JP" altLang="en-US" sz="1400">
                <a:solidFill>
                  <a:srgbClr val="787873"/>
                </a:solidFill>
                <a:latin typeface="Aptos"/>
              </a:rPr>
              <a:t>台ずつ接続して</a:t>
            </a:r>
          </a:p>
          <a:p>
            <a:pPr algn="ctr"/>
            <a:r>
              <a:rPr lang="en-US" altLang="ja-JP" sz="1400">
                <a:solidFill>
                  <a:srgbClr val="787873"/>
                </a:solidFill>
                <a:latin typeface="Aptos"/>
              </a:rPr>
              <a:t>ID</a:t>
            </a:r>
            <a:r>
              <a:rPr lang="ja-JP" altLang="en-US" sz="1400">
                <a:solidFill>
                  <a:srgbClr val="787873"/>
                </a:solidFill>
                <a:latin typeface="Aptos"/>
              </a:rPr>
              <a:t>を設定</a:t>
            </a:r>
          </a:p>
        </p:txBody>
      </p:sp>
      <p:cxnSp>
        <p:nvCxnSpPr>
          <p:cNvPr id="21" name="Connector 20"/>
          <p:cNvCxnSpPr>
            <a:cxnSpLocks/>
            <a:stCxn id="17" idx="3"/>
            <a:endCxn id="22" idx="1"/>
          </p:cNvCxnSpPr>
          <p:nvPr/>
        </p:nvCxnSpPr>
        <p:spPr>
          <a:xfrm>
            <a:off x="8723376" y="3118448"/>
            <a:ext cx="521208"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9244584" y="2066888"/>
            <a:ext cx="2331720" cy="2103120"/>
          </a:xfrm>
          <a:prstGeom prst="rect">
            <a:avLst/>
          </a:prstGeom>
          <a:solidFill>
            <a:srgbClr val="F6F6F2"/>
          </a:solidFill>
          <a:ln>
            <a:solidFill>
              <a:srgbClr val="F6F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336024" y="2219145"/>
            <a:ext cx="2148840" cy="344710"/>
          </a:xfrm>
          <a:prstGeom prst="rect">
            <a:avLst/>
          </a:prstGeom>
          <a:noFill/>
        </p:spPr>
        <p:txBody>
          <a:bodyPr wrap="square" lIns="45720" tIns="18288" rIns="45720" bIns="18288" anchor="ctr">
            <a:spAutoFit/>
          </a:bodyPr>
          <a:lstStyle/>
          <a:p>
            <a:pPr algn="ctr"/>
            <a:r>
              <a:rPr sz="2000" b="1">
                <a:solidFill>
                  <a:srgbClr val="FFA900"/>
                </a:solidFill>
                <a:latin typeface="Aptos"/>
              </a:rPr>
              <a:t>04</a:t>
            </a:r>
          </a:p>
        </p:txBody>
      </p:sp>
      <p:sp>
        <p:nvSpPr>
          <p:cNvPr id="24" name="TextBox 23"/>
          <p:cNvSpPr txBox="1"/>
          <p:nvPr/>
        </p:nvSpPr>
        <p:spPr>
          <a:xfrm>
            <a:off x="9336024" y="2706968"/>
            <a:ext cx="2148840" cy="411480"/>
          </a:xfrm>
          <a:prstGeom prst="rect">
            <a:avLst/>
          </a:prstGeom>
          <a:noFill/>
        </p:spPr>
        <p:txBody>
          <a:bodyPr wrap="square" lIns="45720" tIns="18288" rIns="45720" bIns="18288" anchor="ctr">
            <a:spAutoFit/>
          </a:bodyPr>
          <a:lstStyle/>
          <a:p>
            <a:pPr algn="ctr"/>
            <a:r>
              <a:rPr sz="1600" b="1">
                <a:solidFill>
                  <a:srgbClr val="191919"/>
                </a:solidFill>
                <a:latin typeface="Aptos"/>
              </a:rPr>
              <a:t>アームの組み立て</a:t>
            </a:r>
          </a:p>
        </p:txBody>
      </p:sp>
      <p:sp>
        <p:nvSpPr>
          <p:cNvPr id="25" name="TextBox 24"/>
          <p:cNvSpPr txBox="1"/>
          <p:nvPr/>
        </p:nvSpPr>
        <p:spPr>
          <a:xfrm>
            <a:off x="9354311" y="3449460"/>
            <a:ext cx="2103120" cy="252377"/>
          </a:xfrm>
          <a:prstGeom prst="rect">
            <a:avLst/>
          </a:prstGeom>
          <a:noFill/>
        </p:spPr>
        <p:txBody>
          <a:bodyPr wrap="square" lIns="45720" tIns="18288" rIns="45720" bIns="18288" anchor="ctr">
            <a:spAutoFit/>
          </a:bodyPr>
          <a:lstStyle/>
          <a:p>
            <a:pPr algn="ctr"/>
            <a:r>
              <a:rPr lang="ja-JP" altLang="en-US" sz="1400" b="0">
                <a:solidFill>
                  <a:srgbClr val="787873"/>
                </a:solidFill>
                <a:latin typeface="Aptos"/>
              </a:rPr>
              <a:t>手順通りに組み立て</a:t>
            </a:r>
            <a:endParaRPr sz="1400" b="0">
              <a:solidFill>
                <a:srgbClr val="787873"/>
              </a:solidFill>
              <a:latin typeface="Aptos"/>
            </a:endParaRPr>
          </a:p>
        </p:txBody>
      </p:sp>
      <p:sp>
        <p:nvSpPr>
          <p:cNvPr id="26" name="TextBox 25"/>
          <p:cNvSpPr txBox="1"/>
          <p:nvPr/>
        </p:nvSpPr>
        <p:spPr>
          <a:xfrm>
            <a:off x="685800" y="5706053"/>
            <a:ext cx="10890504" cy="283154"/>
          </a:xfrm>
          <a:prstGeom prst="rect">
            <a:avLst/>
          </a:prstGeom>
          <a:blipFill dpi="0" rotWithShape="1">
            <a:blip>
              <a:extLst>
                <a:ext uri="{96DAC541-7B7A-43D3-8B79-37D633B846F1}">
                  <asvg:svgBlip xmlns:asvg="http://schemas.microsoft.com/office/drawing/2016/SVG/main" r:embed="rId4"/>
                </a:ext>
              </a:extLst>
            </a:blip>
            <a:srcRect/>
            <a:stretch>
              <a:fillRect t="59000"/>
            </a:stretch>
          </a:blipFill>
        </p:spPr>
        <p:txBody>
          <a:bodyPr wrap="square" lIns="45720" tIns="18288" rIns="45720" bIns="18288" anchor="ctr">
            <a:spAutoFit/>
          </a:bodyPr>
          <a:lstStyle/>
          <a:p>
            <a:r>
              <a:rPr sz="1600" b="0">
                <a:latin typeface="Aptos"/>
              </a:rPr>
              <a:t>リーダーアームは自重を支えつつ軽く動かせるようギア比の異なる3種のモーター</a:t>
            </a:r>
            <a:r>
              <a:rPr lang="en-US" sz="1600">
                <a:latin typeface="Aptos"/>
              </a:rPr>
              <a:t>(</a:t>
            </a:r>
            <a:r>
              <a:rPr sz="1600" b="0">
                <a:latin typeface="Aptos"/>
              </a:rPr>
              <a:t>1/345・1/191・1/147</a:t>
            </a:r>
            <a:r>
              <a:rPr lang="en-US" sz="1600" b="0">
                <a:latin typeface="Aptos"/>
              </a:rPr>
              <a:t>)</a:t>
            </a:r>
            <a:r>
              <a:rPr sz="1600" b="0" err="1">
                <a:latin typeface="Aptos"/>
              </a:rPr>
              <a:t>を使い分ける</a:t>
            </a:r>
            <a:endParaRPr lang="en-US" sz="1600" b="0">
              <a:latin typeface="Aptos"/>
            </a:endParaRPr>
          </a:p>
        </p:txBody>
      </p:sp>
      <p:sp>
        <p:nvSpPr>
          <p:cNvPr id="30" name="スライド番号プレースホルダー 29">
            <a:extLst>
              <a:ext uri="{FF2B5EF4-FFF2-40B4-BE49-F238E27FC236}">
                <a16:creationId xmlns:a16="http://schemas.microsoft.com/office/drawing/2014/main" id="{54982393-90BF-98B3-FEF3-2C117B8B890E}"/>
              </a:ext>
            </a:extLst>
          </p:cNvPr>
          <p:cNvSpPr>
            <a:spLocks noGrp="1"/>
          </p:cNvSpPr>
          <p:nvPr>
            <p:ph type="sldNum" sz="quarter" idx="12"/>
          </p:nvPr>
        </p:nvSpPr>
        <p:spPr/>
        <p:txBody>
          <a:bodyPr lIns="91440" tIns="45720" rIns="91440" bIns="45720" anchor="t"/>
          <a:lstStyle/>
          <a:p>
            <a:pPr algn="r"/>
            <a:fld id="{C1FF6DA9-008F-8B48-92A6-B652298478BF}" type="slidenum">
              <a:rPr lang="en-US" smtClean="0"/>
              <a:pPr algn="r"/>
              <a:t>4</a:t>
            </a:fld>
            <a:endParaRPr lang="en-US"/>
          </a:p>
        </p:txBody>
      </p:sp>
      <p:pic>
        <p:nvPicPr>
          <p:cNvPr id="27" name="図 26">
            <a:extLst>
              <a:ext uri="{FF2B5EF4-FFF2-40B4-BE49-F238E27FC236}">
                <a16:creationId xmlns:a16="http://schemas.microsoft.com/office/drawing/2014/main" id="{E80932CF-BE53-8966-3104-F112E748535F}"/>
              </a:ext>
            </a:extLst>
          </p:cNvPr>
          <p:cNvPicPr>
            <a:picLocks noChangeAspect="1"/>
          </p:cNvPicPr>
          <p:nvPr/>
        </p:nvPicPr>
        <p:blipFill>
          <a:blip r:embed="rId5"/>
          <a:srcRect l="1892" t="24976" r="44631" b="37402"/>
          <a:stretch>
            <a:fillRect/>
          </a:stretch>
        </p:blipFill>
        <p:spPr>
          <a:xfrm>
            <a:off x="777240" y="3731276"/>
            <a:ext cx="2081173" cy="1464164"/>
          </a:xfrm>
          <a:prstGeom prst="rect">
            <a:avLst/>
          </a:prstGeom>
        </p:spPr>
      </p:pic>
      <p:pic>
        <p:nvPicPr>
          <p:cNvPr id="28" name="図 27">
            <a:extLst>
              <a:ext uri="{FF2B5EF4-FFF2-40B4-BE49-F238E27FC236}">
                <a16:creationId xmlns:a16="http://schemas.microsoft.com/office/drawing/2014/main" id="{57DE09B6-B186-CBF5-4B8F-79C4644BEC50}"/>
              </a:ext>
            </a:extLst>
          </p:cNvPr>
          <p:cNvPicPr>
            <a:picLocks noChangeAspect="1"/>
          </p:cNvPicPr>
          <p:nvPr/>
        </p:nvPicPr>
        <p:blipFill>
          <a:blip r:embed="rId6"/>
          <a:srcRect l="2350" t="27698" r="82488" b="57855"/>
          <a:stretch>
            <a:fillRect/>
          </a:stretch>
        </p:blipFill>
        <p:spPr>
          <a:xfrm>
            <a:off x="5259154" y="4114689"/>
            <a:ext cx="773143" cy="736702"/>
          </a:xfrm>
          <a:prstGeom prst="rect">
            <a:avLst/>
          </a:prstGeom>
        </p:spPr>
      </p:pic>
      <p:pic>
        <p:nvPicPr>
          <p:cNvPr id="31" name="グラフィックス 30" descr="ノート PC 単色塗りつぶし">
            <a:extLst>
              <a:ext uri="{FF2B5EF4-FFF2-40B4-BE49-F238E27FC236}">
                <a16:creationId xmlns:a16="http://schemas.microsoft.com/office/drawing/2014/main" id="{9C58D6D4-1CAD-181C-6F3D-85139A4F940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288181" y="4170008"/>
            <a:ext cx="758805" cy="758805"/>
          </a:xfrm>
          <a:prstGeom prst="rect">
            <a:avLst/>
          </a:prstGeom>
        </p:spPr>
      </p:pic>
      <p:pic>
        <p:nvPicPr>
          <p:cNvPr id="33" name="図 32">
            <a:extLst>
              <a:ext uri="{FF2B5EF4-FFF2-40B4-BE49-F238E27FC236}">
                <a16:creationId xmlns:a16="http://schemas.microsoft.com/office/drawing/2014/main" id="{3851C3CD-37AF-B0AC-9C77-F38FEC41E0D3}"/>
              </a:ext>
            </a:extLst>
          </p:cNvPr>
          <p:cNvPicPr>
            <a:picLocks noChangeAspect="1"/>
          </p:cNvPicPr>
          <p:nvPr/>
        </p:nvPicPr>
        <p:blipFill>
          <a:blip r:embed="rId8"/>
          <a:srcRect/>
          <a:stretch>
            <a:fillRect/>
          </a:stretch>
        </p:blipFill>
        <p:spPr>
          <a:xfrm rot="19800000">
            <a:off x="4281262" y="4234844"/>
            <a:ext cx="837380" cy="627090"/>
          </a:xfrm>
          <a:prstGeom prst="rect">
            <a:avLst/>
          </a:prstGeom>
        </p:spPr>
      </p:pic>
      <p:cxnSp>
        <p:nvCxnSpPr>
          <p:cNvPr id="40" name="Connector 10">
            <a:extLst>
              <a:ext uri="{FF2B5EF4-FFF2-40B4-BE49-F238E27FC236}">
                <a16:creationId xmlns:a16="http://schemas.microsoft.com/office/drawing/2014/main" id="{2E557B96-7945-C2C3-4358-EF2E3E640E4D}"/>
              </a:ext>
            </a:extLst>
          </p:cNvPr>
          <p:cNvCxnSpPr>
            <a:cxnSpLocks/>
          </p:cNvCxnSpPr>
          <p:nvPr/>
        </p:nvCxnSpPr>
        <p:spPr>
          <a:xfrm>
            <a:off x="4073512" y="4548389"/>
            <a:ext cx="214142"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cxnSp>
        <p:nvCxnSpPr>
          <p:cNvPr id="43" name="Connector 10">
            <a:extLst>
              <a:ext uri="{FF2B5EF4-FFF2-40B4-BE49-F238E27FC236}">
                <a16:creationId xmlns:a16="http://schemas.microsoft.com/office/drawing/2014/main" id="{8E3B86F6-D1A1-A5C5-3CB6-3155FE76A4CC}"/>
              </a:ext>
            </a:extLst>
          </p:cNvPr>
          <p:cNvCxnSpPr>
            <a:cxnSpLocks/>
          </p:cNvCxnSpPr>
          <p:nvPr/>
        </p:nvCxnSpPr>
        <p:spPr>
          <a:xfrm>
            <a:off x="5045012" y="4548389"/>
            <a:ext cx="214142"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sp>
        <p:nvSpPr>
          <p:cNvPr id="44" name="TextBox 7">
            <a:extLst>
              <a:ext uri="{FF2B5EF4-FFF2-40B4-BE49-F238E27FC236}">
                <a16:creationId xmlns:a16="http://schemas.microsoft.com/office/drawing/2014/main" id="{B11679EE-58E2-8DBC-5C7C-CFA439C9627E}"/>
              </a:ext>
            </a:extLst>
          </p:cNvPr>
          <p:cNvSpPr txBox="1"/>
          <p:nvPr/>
        </p:nvSpPr>
        <p:spPr>
          <a:xfrm>
            <a:off x="685800" y="5219302"/>
            <a:ext cx="1047192" cy="221599"/>
          </a:xfrm>
          <a:prstGeom prst="rect">
            <a:avLst/>
          </a:prstGeom>
          <a:noFill/>
        </p:spPr>
        <p:txBody>
          <a:bodyPr wrap="square" lIns="45720" tIns="18288" rIns="45720" bIns="18288" anchor="ctr">
            <a:spAutoFit/>
          </a:bodyPr>
          <a:lstStyle/>
          <a:p>
            <a:pPr algn="ctr"/>
            <a:r>
              <a:rPr lang="en-US" altLang="ja-JP" sz="1200" b="1">
                <a:solidFill>
                  <a:srgbClr val="FFA900"/>
                </a:solidFill>
                <a:latin typeface="Aptos"/>
              </a:rPr>
              <a:t>Follower</a:t>
            </a:r>
            <a:endParaRPr sz="1200" b="1">
              <a:solidFill>
                <a:srgbClr val="FFA900"/>
              </a:solidFill>
              <a:latin typeface="Aptos"/>
            </a:endParaRPr>
          </a:p>
        </p:txBody>
      </p:sp>
      <p:sp>
        <p:nvSpPr>
          <p:cNvPr id="45" name="TextBox 7">
            <a:extLst>
              <a:ext uri="{FF2B5EF4-FFF2-40B4-BE49-F238E27FC236}">
                <a16:creationId xmlns:a16="http://schemas.microsoft.com/office/drawing/2014/main" id="{386583B3-29ED-BA86-B8A7-A219089DBE80}"/>
              </a:ext>
            </a:extLst>
          </p:cNvPr>
          <p:cNvSpPr txBox="1"/>
          <p:nvPr/>
        </p:nvSpPr>
        <p:spPr>
          <a:xfrm>
            <a:off x="1873105" y="5224016"/>
            <a:ext cx="1047192" cy="221599"/>
          </a:xfrm>
          <a:prstGeom prst="rect">
            <a:avLst/>
          </a:prstGeom>
          <a:noFill/>
        </p:spPr>
        <p:txBody>
          <a:bodyPr wrap="square" lIns="45720" tIns="18288" rIns="45720" bIns="18288" anchor="ctr">
            <a:spAutoFit/>
          </a:bodyPr>
          <a:lstStyle/>
          <a:p>
            <a:pPr algn="ctr"/>
            <a:r>
              <a:rPr lang="en-US" altLang="ja-JP" sz="1200" b="1">
                <a:solidFill>
                  <a:srgbClr val="FFA900"/>
                </a:solidFill>
                <a:latin typeface="Aptos"/>
              </a:rPr>
              <a:t>Leader</a:t>
            </a:r>
            <a:endParaRPr sz="1200" b="1">
              <a:solidFill>
                <a:srgbClr val="FFA900"/>
              </a:solidFill>
              <a:latin typeface="Aptos"/>
            </a:endParaRPr>
          </a:p>
        </p:txBody>
      </p:sp>
      <p:pic>
        <p:nvPicPr>
          <p:cNvPr id="46" name="図 45">
            <a:extLst>
              <a:ext uri="{FF2B5EF4-FFF2-40B4-BE49-F238E27FC236}">
                <a16:creationId xmlns:a16="http://schemas.microsoft.com/office/drawing/2014/main" id="{FFD63CD9-782A-4AB1-87B3-95DAA80EB561}"/>
              </a:ext>
            </a:extLst>
          </p:cNvPr>
          <p:cNvPicPr>
            <a:picLocks noChangeAspect="1"/>
          </p:cNvPicPr>
          <p:nvPr/>
        </p:nvPicPr>
        <p:blipFill>
          <a:blip r:embed="rId6"/>
          <a:srcRect l="2350" t="27698" r="82488" b="57855"/>
          <a:stretch>
            <a:fillRect/>
          </a:stretch>
        </p:blipFill>
        <p:spPr>
          <a:xfrm>
            <a:off x="8143251" y="4146715"/>
            <a:ext cx="773143" cy="736702"/>
          </a:xfrm>
          <a:prstGeom prst="rect">
            <a:avLst/>
          </a:prstGeom>
        </p:spPr>
      </p:pic>
      <p:pic>
        <p:nvPicPr>
          <p:cNvPr id="47" name="グラフィックス 46" descr="ノート PC 単色塗りつぶし">
            <a:extLst>
              <a:ext uri="{FF2B5EF4-FFF2-40B4-BE49-F238E27FC236}">
                <a16:creationId xmlns:a16="http://schemas.microsoft.com/office/drawing/2014/main" id="{D9E87FAC-50DF-029D-F399-F27DEFBD8F6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172278" y="4202034"/>
            <a:ext cx="758805" cy="758805"/>
          </a:xfrm>
          <a:prstGeom prst="rect">
            <a:avLst/>
          </a:prstGeom>
        </p:spPr>
      </p:pic>
      <p:pic>
        <p:nvPicPr>
          <p:cNvPr id="48" name="図 47">
            <a:extLst>
              <a:ext uri="{FF2B5EF4-FFF2-40B4-BE49-F238E27FC236}">
                <a16:creationId xmlns:a16="http://schemas.microsoft.com/office/drawing/2014/main" id="{DD2A1DC5-CA56-BBF5-5728-CE64508C922C}"/>
              </a:ext>
            </a:extLst>
          </p:cNvPr>
          <p:cNvPicPr>
            <a:picLocks noChangeAspect="1"/>
          </p:cNvPicPr>
          <p:nvPr/>
        </p:nvPicPr>
        <p:blipFill>
          <a:blip r:embed="rId8"/>
          <a:srcRect/>
          <a:stretch>
            <a:fillRect/>
          </a:stretch>
        </p:blipFill>
        <p:spPr>
          <a:xfrm rot="19800000">
            <a:off x="7165359" y="4266870"/>
            <a:ext cx="837380" cy="627090"/>
          </a:xfrm>
          <a:prstGeom prst="rect">
            <a:avLst/>
          </a:prstGeom>
        </p:spPr>
      </p:pic>
      <p:cxnSp>
        <p:nvCxnSpPr>
          <p:cNvPr id="49" name="Connector 10">
            <a:extLst>
              <a:ext uri="{FF2B5EF4-FFF2-40B4-BE49-F238E27FC236}">
                <a16:creationId xmlns:a16="http://schemas.microsoft.com/office/drawing/2014/main" id="{CCF9D022-ADFA-6DB0-994F-00F325932881}"/>
              </a:ext>
            </a:extLst>
          </p:cNvPr>
          <p:cNvCxnSpPr>
            <a:cxnSpLocks/>
          </p:cNvCxnSpPr>
          <p:nvPr/>
        </p:nvCxnSpPr>
        <p:spPr>
          <a:xfrm>
            <a:off x="6957609" y="4580415"/>
            <a:ext cx="214142"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cxnSp>
        <p:nvCxnSpPr>
          <p:cNvPr id="50" name="Connector 10">
            <a:extLst>
              <a:ext uri="{FF2B5EF4-FFF2-40B4-BE49-F238E27FC236}">
                <a16:creationId xmlns:a16="http://schemas.microsoft.com/office/drawing/2014/main" id="{5E599A9A-8BBE-970B-F15B-A5A1339A9596}"/>
              </a:ext>
            </a:extLst>
          </p:cNvPr>
          <p:cNvCxnSpPr>
            <a:cxnSpLocks/>
          </p:cNvCxnSpPr>
          <p:nvPr/>
        </p:nvCxnSpPr>
        <p:spPr>
          <a:xfrm>
            <a:off x="7929109" y="4580415"/>
            <a:ext cx="214142"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pic>
        <p:nvPicPr>
          <p:cNvPr id="52" name="グラフィックス 51" descr="電気自動車 単色塗りつぶし">
            <a:extLst>
              <a:ext uri="{FF2B5EF4-FFF2-40B4-BE49-F238E27FC236}">
                <a16:creationId xmlns:a16="http://schemas.microsoft.com/office/drawing/2014/main" id="{BF772555-AA81-425E-FA99-3569B6F71CF4}"/>
              </a:ext>
            </a:extLst>
          </p:cNvPr>
          <p:cNvPicPr>
            <a:picLocks noChangeAspect="1"/>
          </p:cNvPicPr>
          <p:nvPr/>
        </p:nvPicPr>
        <p:blipFill>
          <a:blip>
            <a:extLst>
              <a:ext uri="{96DAC541-7B7A-43D3-8B79-37D633B846F1}">
                <asvg:svgBlip xmlns:asvg="http://schemas.microsoft.com/office/drawing/2016/SVG/main" r:embed="rId9"/>
              </a:ext>
            </a:extLst>
          </a:blip>
          <a:srcRect r="84667"/>
          <a:stretch>
            <a:fillRect/>
          </a:stretch>
        </p:blipFill>
        <p:spPr>
          <a:xfrm rot="16200000">
            <a:off x="4441098" y="4303576"/>
            <a:ext cx="246909" cy="1610275"/>
          </a:xfrm>
          <a:prstGeom prst="rect">
            <a:avLst/>
          </a:prstGeom>
        </p:spPr>
      </p:pic>
      <p:pic>
        <p:nvPicPr>
          <p:cNvPr id="54" name="図 53">
            <a:extLst>
              <a:ext uri="{FF2B5EF4-FFF2-40B4-BE49-F238E27FC236}">
                <a16:creationId xmlns:a16="http://schemas.microsoft.com/office/drawing/2014/main" id="{E8CD2829-499B-72A5-43C7-CC83119DAA3E}"/>
              </a:ext>
            </a:extLst>
          </p:cNvPr>
          <p:cNvPicPr>
            <a:picLocks noChangeAspect="1"/>
          </p:cNvPicPr>
          <p:nvPr/>
        </p:nvPicPr>
        <p:blipFill>
          <a:blip r:embed="rId10"/>
          <a:stretch>
            <a:fillRect/>
          </a:stretch>
        </p:blipFill>
        <p:spPr>
          <a:xfrm>
            <a:off x="9491242" y="3994862"/>
            <a:ext cx="1853338" cy="1390004"/>
          </a:xfrm>
          <a:prstGeom prst="rect">
            <a:avLst/>
          </a:prstGeom>
        </p:spPr>
      </p:pic>
      <p:sp>
        <p:nvSpPr>
          <p:cNvPr id="32" name="テキスト ボックス 31">
            <a:extLst>
              <a:ext uri="{FF2B5EF4-FFF2-40B4-BE49-F238E27FC236}">
                <a16:creationId xmlns:a16="http://schemas.microsoft.com/office/drawing/2014/main" id="{95ACE89E-430B-5757-B9B3-BA608D88E479}"/>
              </a:ext>
            </a:extLst>
          </p:cNvPr>
          <p:cNvSpPr txBox="1"/>
          <p:nvPr/>
        </p:nvSpPr>
        <p:spPr>
          <a:xfrm>
            <a:off x="731520" y="4067506"/>
            <a:ext cx="321361" cy="184666"/>
          </a:xfrm>
          <a:prstGeom prst="rect">
            <a:avLst/>
          </a:prstGeom>
          <a:solidFill>
            <a:srgbClr val="FFFF00"/>
          </a:solidFill>
        </p:spPr>
        <p:txBody>
          <a:bodyPr wrap="square">
            <a:spAutoFit/>
          </a:bodyPr>
          <a:lstStyle/>
          <a:p>
            <a:pPr algn="ctr"/>
            <a:r>
              <a:rPr kumimoji="0" lang="en-US" altLang="ja-JP" sz="600" b="1" i="0" u="none" strike="noStrike" kern="1200" cap="none" spc="0" normalizeH="0" baseline="0" noProof="0">
                <a:ln>
                  <a:noFill/>
                </a:ln>
                <a:effectLst/>
                <a:uLnTx/>
                <a:uFillTx/>
                <a:latin typeface="Aptos"/>
                <a:ea typeface="+mn-ea"/>
                <a:cs typeface="+mn-cs"/>
              </a:rPr>
              <a:t>F1</a:t>
            </a:r>
            <a:endParaRPr lang="ja-JP" altLang="en-US" sz="1050"/>
          </a:p>
        </p:txBody>
      </p:sp>
      <p:sp>
        <p:nvSpPr>
          <p:cNvPr id="34" name="テキスト ボックス 33">
            <a:extLst>
              <a:ext uri="{FF2B5EF4-FFF2-40B4-BE49-F238E27FC236}">
                <a16:creationId xmlns:a16="http://schemas.microsoft.com/office/drawing/2014/main" id="{EB552277-9664-8238-B15C-8E4E7C833722}"/>
              </a:ext>
            </a:extLst>
          </p:cNvPr>
          <p:cNvSpPr txBox="1"/>
          <p:nvPr/>
        </p:nvSpPr>
        <p:spPr>
          <a:xfrm>
            <a:off x="1813001" y="4073951"/>
            <a:ext cx="321361" cy="184666"/>
          </a:xfrm>
          <a:prstGeom prst="rect">
            <a:avLst/>
          </a:prstGeom>
          <a:solidFill>
            <a:srgbClr val="FFFF00"/>
          </a:solidFill>
        </p:spPr>
        <p:txBody>
          <a:bodyPr wrap="square">
            <a:spAutoFit/>
          </a:bodyPr>
          <a:lstStyle/>
          <a:p>
            <a:pPr algn="ctr"/>
            <a:r>
              <a:rPr lang="en-US" altLang="ja-JP" sz="600" b="1">
                <a:latin typeface="Aptos"/>
              </a:rPr>
              <a:t>L</a:t>
            </a:r>
            <a:r>
              <a:rPr kumimoji="0" lang="en-US" altLang="ja-JP" sz="600" b="1" i="0" u="none" strike="noStrike" kern="1200" cap="none" spc="0" normalizeH="0" baseline="0" noProof="0">
                <a:ln>
                  <a:noFill/>
                </a:ln>
                <a:effectLst/>
                <a:uLnTx/>
                <a:uFillTx/>
                <a:latin typeface="Aptos"/>
                <a:ea typeface="+mn-ea"/>
                <a:cs typeface="+mn-cs"/>
              </a:rPr>
              <a:t>1</a:t>
            </a:r>
            <a:endParaRPr lang="ja-JP" altLang="en-US" sz="1050"/>
          </a:p>
        </p:txBody>
      </p:sp>
      <p:sp>
        <p:nvSpPr>
          <p:cNvPr id="35" name="テキスト ボックス 34">
            <a:extLst>
              <a:ext uri="{FF2B5EF4-FFF2-40B4-BE49-F238E27FC236}">
                <a16:creationId xmlns:a16="http://schemas.microsoft.com/office/drawing/2014/main" id="{7473927A-A22A-85A0-B215-AF87B98E1414}"/>
              </a:ext>
            </a:extLst>
          </p:cNvPr>
          <p:cNvSpPr txBox="1"/>
          <p:nvPr/>
        </p:nvSpPr>
        <p:spPr>
          <a:xfrm>
            <a:off x="1279032" y="4883417"/>
            <a:ext cx="321361" cy="184666"/>
          </a:xfrm>
          <a:prstGeom prst="rect">
            <a:avLst/>
          </a:prstGeom>
          <a:solidFill>
            <a:srgbClr val="FFFF00"/>
          </a:solidFill>
        </p:spPr>
        <p:txBody>
          <a:bodyPr wrap="square">
            <a:spAutoFit/>
          </a:bodyPr>
          <a:lstStyle/>
          <a:p>
            <a:pPr algn="ctr"/>
            <a:r>
              <a:rPr kumimoji="0" lang="en-US" altLang="ja-JP" sz="600" b="1" i="0" u="none" strike="noStrike" kern="1200" cap="none" spc="0" normalizeH="0" baseline="0" noProof="0">
                <a:ln>
                  <a:noFill/>
                </a:ln>
                <a:effectLst/>
                <a:uLnTx/>
                <a:uFillTx/>
                <a:latin typeface="Aptos"/>
                <a:ea typeface="+mn-ea"/>
                <a:cs typeface="+mn-cs"/>
              </a:rPr>
              <a:t>F6</a:t>
            </a:r>
            <a:endParaRPr lang="ja-JP" altLang="en-US" sz="1050"/>
          </a:p>
        </p:txBody>
      </p:sp>
      <p:sp>
        <p:nvSpPr>
          <p:cNvPr id="36" name="テキスト ボックス 35">
            <a:extLst>
              <a:ext uri="{FF2B5EF4-FFF2-40B4-BE49-F238E27FC236}">
                <a16:creationId xmlns:a16="http://schemas.microsoft.com/office/drawing/2014/main" id="{43949524-1B0F-FDCA-FF4B-473338E3AF88}"/>
              </a:ext>
            </a:extLst>
          </p:cNvPr>
          <p:cNvSpPr txBox="1"/>
          <p:nvPr/>
        </p:nvSpPr>
        <p:spPr>
          <a:xfrm>
            <a:off x="2272908" y="4876632"/>
            <a:ext cx="321361" cy="184666"/>
          </a:xfrm>
          <a:prstGeom prst="rect">
            <a:avLst/>
          </a:prstGeom>
          <a:solidFill>
            <a:srgbClr val="FFFF00"/>
          </a:solidFill>
        </p:spPr>
        <p:txBody>
          <a:bodyPr wrap="square">
            <a:spAutoFit/>
          </a:bodyPr>
          <a:lstStyle/>
          <a:p>
            <a:pPr algn="ctr"/>
            <a:r>
              <a:rPr lang="en-US" altLang="ja-JP" sz="600" b="1">
                <a:latin typeface="Aptos"/>
              </a:rPr>
              <a:t>L</a:t>
            </a:r>
            <a:r>
              <a:rPr lang="ja-JP" altLang="en-US" sz="600" b="1">
                <a:latin typeface="Aptos"/>
              </a:rPr>
              <a:t>６</a:t>
            </a:r>
            <a:endParaRPr lang="en-US" altLang="ja-JP" sz="600" b="1">
              <a:latin typeface="Aptos"/>
            </a:endParaRPr>
          </a:p>
        </p:txBody>
      </p:sp>
      <p:sp>
        <p:nvSpPr>
          <p:cNvPr id="37" name="テキスト ボックス 36">
            <a:extLst>
              <a:ext uri="{FF2B5EF4-FFF2-40B4-BE49-F238E27FC236}">
                <a16:creationId xmlns:a16="http://schemas.microsoft.com/office/drawing/2014/main" id="{D0237CD1-727E-93F4-22FC-81E4C129D639}"/>
              </a:ext>
            </a:extLst>
          </p:cNvPr>
          <p:cNvSpPr txBox="1"/>
          <p:nvPr/>
        </p:nvSpPr>
        <p:spPr>
          <a:xfrm rot="5400000">
            <a:off x="674160" y="4193579"/>
            <a:ext cx="436079" cy="200055"/>
          </a:xfrm>
          <a:prstGeom prst="rect">
            <a:avLst/>
          </a:prstGeom>
          <a:noFill/>
        </p:spPr>
        <p:txBody>
          <a:bodyPr wrap="square">
            <a:spAutoFit/>
          </a:bodyPr>
          <a:lstStyle/>
          <a:p>
            <a:pPr algn="ctr"/>
            <a:r>
              <a:rPr lang="ja-JP" altLang="en-US" sz="700"/>
              <a:t>・・・</a:t>
            </a:r>
          </a:p>
        </p:txBody>
      </p:sp>
      <p:sp>
        <p:nvSpPr>
          <p:cNvPr id="38" name="テキスト ボックス 37">
            <a:extLst>
              <a:ext uri="{FF2B5EF4-FFF2-40B4-BE49-F238E27FC236}">
                <a16:creationId xmlns:a16="http://schemas.microsoft.com/office/drawing/2014/main" id="{9B2D838E-34E9-8C0A-5FA2-1CAB5A88236B}"/>
              </a:ext>
            </a:extLst>
          </p:cNvPr>
          <p:cNvSpPr txBox="1"/>
          <p:nvPr/>
        </p:nvSpPr>
        <p:spPr>
          <a:xfrm rot="5400000">
            <a:off x="1754075" y="4178932"/>
            <a:ext cx="436079" cy="200055"/>
          </a:xfrm>
          <a:prstGeom prst="rect">
            <a:avLst/>
          </a:prstGeom>
          <a:noFill/>
        </p:spPr>
        <p:txBody>
          <a:bodyPr wrap="square">
            <a:spAutoFit/>
          </a:bodyPr>
          <a:lstStyle/>
          <a:p>
            <a:pPr algn="ctr"/>
            <a:r>
              <a:rPr lang="ja-JP" altLang="en-US" sz="700"/>
              <a:t>・・・</a:t>
            </a:r>
          </a:p>
        </p:txBody>
      </p:sp>
      <p:sp>
        <p:nvSpPr>
          <p:cNvPr id="39" name="テキスト ボックス 38">
            <a:extLst>
              <a:ext uri="{FF2B5EF4-FFF2-40B4-BE49-F238E27FC236}">
                <a16:creationId xmlns:a16="http://schemas.microsoft.com/office/drawing/2014/main" id="{611CFD29-216C-FABF-6B4F-572BC6C879CE}"/>
              </a:ext>
            </a:extLst>
          </p:cNvPr>
          <p:cNvSpPr txBox="1"/>
          <p:nvPr/>
        </p:nvSpPr>
        <p:spPr>
          <a:xfrm rot="5400000">
            <a:off x="1215685" y="4720335"/>
            <a:ext cx="436079" cy="200055"/>
          </a:xfrm>
          <a:prstGeom prst="rect">
            <a:avLst/>
          </a:prstGeom>
          <a:noFill/>
        </p:spPr>
        <p:txBody>
          <a:bodyPr wrap="square">
            <a:spAutoFit/>
          </a:bodyPr>
          <a:lstStyle/>
          <a:p>
            <a:pPr algn="ctr"/>
            <a:r>
              <a:rPr lang="ja-JP" altLang="en-US" sz="700">
                <a:solidFill>
                  <a:schemeClr val="bg1"/>
                </a:solidFill>
              </a:rPr>
              <a:t>・・・</a:t>
            </a:r>
          </a:p>
        </p:txBody>
      </p:sp>
      <p:sp>
        <p:nvSpPr>
          <p:cNvPr id="41" name="テキスト ボックス 40">
            <a:extLst>
              <a:ext uri="{FF2B5EF4-FFF2-40B4-BE49-F238E27FC236}">
                <a16:creationId xmlns:a16="http://schemas.microsoft.com/office/drawing/2014/main" id="{E89D5AEE-9CD1-98F7-7AD9-7E0C1401F3AA}"/>
              </a:ext>
            </a:extLst>
          </p:cNvPr>
          <p:cNvSpPr txBox="1"/>
          <p:nvPr/>
        </p:nvSpPr>
        <p:spPr>
          <a:xfrm rot="5400000">
            <a:off x="2208833" y="4705688"/>
            <a:ext cx="436079" cy="200055"/>
          </a:xfrm>
          <a:prstGeom prst="rect">
            <a:avLst/>
          </a:prstGeom>
          <a:noFill/>
        </p:spPr>
        <p:txBody>
          <a:bodyPr wrap="square">
            <a:spAutoFit/>
          </a:bodyPr>
          <a:lstStyle/>
          <a:p>
            <a:pPr algn="ctr"/>
            <a:r>
              <a:rPr lang="ja-JP" altLang="en-US" sz="700">
                <a:solidFill>
                  <a:schemeClr val="bg1"/>
                </a:solidFill>
              </a:rPr>
              <a:t>・・・</a:t>
            </a:r>
          </a:p>
        </p:txBody>
      </p:sp>
      <p:sp>
        <p:nvSpPr>
          <p:cNvPr id="29" name="テキスト ボックス 28">
            <a:extLst>
              <a:ext uri="{FF2B5EF4-FFF2-40B4-BE49-F238E27FC236}">
                <a16:creationId xmlns:a16="http://schemas.microsoft.com/office/drawing/2014/main" id="{F4024179-1A2F-7061-91E7-243E35D230FD}"/>
              </a:ext>
            </a:extLst>
          </p:cNvPr>
          <p:cNvSpPr txBox="1"/>
          <p:nvPr/>
        </p:nvSpPr>
        <p:spPr>
          <a:xfrm rot="5400000">
            <a:off x="8311783" y="4858300"/>
            <a:ext cx="436079" cy="253916"/>
          </a:xfrm>
          <a:prstGeom prst="rect">
            <a:avLst/>
          </a:prstGeom>
          <a:noFill/>
        </p:spPr>
        <p:txBody>
          <a:bodyPr wrap="square">
            <a:spAutoFit/>
          </a:bodyPr>
          <a:lstStyle/>
          <a:p>
            <a:pPr algn="ctr"/>
            <a:r>
              <a:rPr lang="ja-JP" altLang="en-US" sz="1050" b="1"/>
              <a:t>・・・</a:t>
            </a:r>
          </a:p>
        </p:txBody>
      </p:sp>
    </p:spTree>
    <p:extLst>
      <p:ext uri="{BB962C8B-B14F-4D97-AF65-F5344CB8AC3E}">
        <p14:creationId xmlns:p14="http://schemas.microsoft.com/office/powerpoint/2010/main" val="2648591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5571B-8648-6988-0A08-9549FE6FBFE9}"/>
            </a:ext>
          </a:extLst>
        </p:cNvPr>
        <p:cNvGrpSpPr/>
        <p:nvPr/>
      </p:nvGrpSpPr>
      <p:grpSpPr>
        <a:xfrm>
          <a:off x="0" y="0"/>
          <a:ext cx="0" cy="0"/>
          <a:chOff x="0" y="0"/>
          <a:chExt cx="0" cy="0"/>
        </a:xfrm>
      </p:grpSpPr>
      <p:pic>
        <p:nvPicPr>
          <p:cNvPr id="2" name="Picture 1" descr="_paper_texture.png">
            <a:extLst>
              <a:ext uri="{FF2B5EF4-FFF2-40B4-BE49-F238E27FC236}">
                <a16:creationId xmlns:a16="http://schemas.microsoft.com/office/drawing/2014/main" id="{91559450-5DF7-1B20-B803-DC3F30F853CD}"/>
              </a:ext>
            </a:extLst>
          </p:cNvPr>
          <p:cNvPicPr>
            <a:picLocks noChangeAspect="1"/>
          </p:cNvPicPr>
          <p:nvPr/>
        </p:nvPicPr>
        <p:blipFill>
          <a:blip r:embed="rId5"/>
          <a:stretch>
            <a:fillRect/>
          </a:stretch>
        </p:blipFill>
        <p:spPr>
          <a:xfrm>
            <a:off x="0" y="0"/>
            <a:ext cx="12191695" cy="6858000"/>
          </a:xfrm>
          <a:prstGeom prst="rect">
            <a:avLst/>
          </a:prstGeom>
        </p:spPr>
      </p:pic>
      <p:sp>
        <p:nvSpPr>
          <p:cNvPr id="3" name="Rectangle 2">
            <a:extLst>
              <a:ext uri="{FF2B5EF4-FFF2-40B4-BE49-F238E27FC236}">
                <a16:creationId xmlns:a16="http://schemas.microsoft.com/office/drawing/2014/main" id="{DFC15E1F-80FF-77A3-62C6-C27A7FF29C6B}"/>
              </a:ext>
            </a:extLst>
          </p:cNvPr>
          <p:cNvSpPr/>
          <p:nvPr/>
        </p:nvSpPr>
        <p:spPr>
          <a:xfrm>
            <a:off x="347472" y="438912"/>
            <a:ext cx="11484864" cy="58978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1FEC914B-00A2-D015-F94B-B848B00B741E}"/>
              </a:ext>
            </a:extLst>
          </p:cNvPr>
          <p:cNvSpPr/>
          <p:nvPr/>
        </p:nvSpPr>
        <p:spPr>
          <a:xfrm>
            <a:off x="347472" y="438912"/>
            <a:ext cx="11484864" cy="5897880"/>
          </a:xfrm>
          <a:prstGeom prst="rect">
            <a:avLst/>
          </a:prstGeom>
          <a:solidFill>
            <a:srgbClr val="FFA900"/>
          </a:solidFill>
          <a:ln>
            <a:solidFill>
              <a:srgbClr val="FFA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0788BD6B-4520-9014-0BB4-2372E3B30C35}"/>
              </a:ext>
            </a:extLst>
          </p:cNvPr>
          <p:cNvSpPr/>
          <p:nvPr/>
        </p:nvSpPr>
        <p:spPr>
          <a:xfrm>
            <a:off x="621792" y="713232"/>
            <a:ext cx="10936224" cy="53492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0D3476A0-5DA5-30BA-040A-D7B2F445DA2B}"/>
              </a:ext>
            </a:extLst>
          </p:cNvPr>
          <p:cNvSpPr txBox="1"/>
          <p:nvPr/>
        </p:nvSpPr>
        <p:spPr>
          <a:xfrm>
            <a:off x="1161288" y="3336810"/>
            <a:ext cx="5120640" cy="352439"/>
          </a:xfrm>
          <a:prstGeom prst="rect">
            <a:avLst/>
          </a:prstGeom>
          <a:noFill/>
        </p:spPr>
        <p:txBody>
          <a:bodyPr wrap="square" lIns="45720" tIns="18288" rIns="45720" bIns="18288" anchor="ctr">
            <a:spAutoFit/>
          </a:bodyPr>
          <a:lstStyle/>
          <a:p>
            <a:pPr algn="l"/>
            <a:r>
              <a:rPr sz="2000" b="1">
                <a:solidFill>
                  <a:srgbClr val="191919"/>
                </a:solidFill>
                <a:latin typeface="Aptos"/>
              </a:rPr>
              <a:t>0</a:t>
            </a:r>
            <a:r>
              <a:rPr lang="en-US" altLang="ja-JP" sz="2000" b="1">
                <a:solidFill>
                  <a:srgbClr val="191919"/>
                </a:solidFill>
                <a:latin typeface="Aptos"/>
              </a:rPr>
              <a:t>2</a:t>
            </a:r>
            <a:r>
              <a:rPr sz="2000" b="1">
                <a:solidFill>
                  <a:srgbClr val="191919"/>
                </a:solidFill>
                <a:latin typeface="Aptos"/>
              </a:rPr>
              <a:t>　</a:t>
            </a:r>
            <a:r>
              <a:rPr sz="2000" b="1" err="1">
                <a:solidFill>
                  <a:srgbClr val="191919"/>
                </a:solidFill>
                <a:latin typeface="Aptos"/>
              </a:rPr>
              <a:t>ケーブル</a:t>
            </a:r>
            <a:endParaRPr sz="2000" b="1">
              <a:solidFill>
                <a:srgbClr val="191919"/>
              </a:solidFill>
              <a:latin typeface="Aptos"/>
            </a:endParaRPr>
          </a:p>
        </p:txBody>
      </p:sp>
      <p:sp>
        <p:nvSpPr>
          <p:cNvPr id="23" name="TextBox 22">
            <a:extLst>
              <a:ext uri="{FF2B5EF4-FFF2-40B4-BE49-F238E27FC236}">
                <a16:creationId xmlns:a16="http://schemas.microsoft.com/office/drawing/2014/main" id="{6972D780-0096-3BCD-465E-F27584BC594C}"/>
              </a:ext>
            </a:extLst>
          </p:cNvPr>
          <p:cNvSpPr txBox="1"/>
          <p:nvPr/>
        </p:nvSpPr>
        <p:spPr>
          <a:xfrm>
            <a:off x="1161288" y="3882401"/>
            <a:ext cx="5120640" cy="258036"/>
          </a:xfrm>
          <a:prstGeom prst="rect">
            <a:avLst/>
          </a:prstGeom>
          <a:noFill/>
        </p:spPr>
        <p:txBody>
          <a:bodyPr wrap="square" lIns="45720" tIns="18288" rIns="45720" bIns="18288" anchor="ctr">
            <a:spAutoFit/>
          </a:bodyPr>
          <a:lstStyle/>
          <a:p>
            <a:r>
              <a:rPr lang="ja-JP" altLang="en-US" sz="1400">
                <a:solidFill>
                  <a:srgbClr val="787873"/>
                </a:solidFill>
                <a:latin typeface="Aptos"/>
              </a:rPr>
              <a:t>後からだと挿しづらいため先にモーターへ挿しておく</a:t>
            </a:r>
            <a:endParaRPr lang="en-US" sz="1400" b="0">
              <a:solidFill>
                <a:srgbClr val="787873"/>
              </a:solidFill>
              <a:latin typeface="Aptos"/>
            </a:endParaRPr>
          </a:p>
        </p:txBody>
      </p:sp>
      <p:sp>
        <p:nvSpPr>
          <p:cNvPr id="8" name="スライド番号プレースホルダー 7">
            <a:extLst>
              <a:ext uri="{FF2B5EF4-FFF2-40B4-BE49-F238E27FC236}">
                <a16:creationId xmlns:a16="http://schemas.microsoft.com/office/drawing/2014/main" id="{A60863B8-DCE6-67E5-1498-FA37FBC8AEEB}"/>
              </a:ext>
            </a:extLst>
          </p:cNvPr>
          <p:cNvSpPr>
            <a:spLocks noGrp="1"/>
          </p:cNvSpPr>
          <p:nvPr>
            <p:ph type="sldNum" sz="quarter" idx="12"/>
          </p:nvPr>
        </p:nvSpPr>
        <p:spPr/>
        <p:txBody>
          <a:bodyPr lIns="91440" tIns="45720" rIns="91440" bIns="45720" anchor="t"/>
          <a:lstStyle/>
          <a:p>
            <a:pPr algn="r"/>
            <a:fld id="{C1FF6DA9-008F-8B48-92A6-B652298478BF}" type="slidenum">
              <a:rPr lang="en-US" smtClean="0"/>
              <a:pPr algn="r"/>
              <a:t>5</a:t>
            </a:fld>
            <a:endParaRPr lang="en-US"/>
          </a:p>
        </p:txBody>
      </p:sp>
      <p:sp>
        <p:nvSpPr>
          <p:cNvPr id="10" name="TextBox 6">
            <a:extLst>
              <a:ext uri="{FF2B5EF4-FFF2-40B4-BE49-F238E27FC236}">
                <a16:creationId xmlns:a16="http://schemas.microsoft.com/office/drawing/2014/main" id="{663FFFA4-E54F-EA25-5B9A-BE2B8D550980}"/>
              </a:ext>
            </a:extLst>
          </p:cNvPr>
          <p:cNvSpPr txBox="1"/>
          <p:nvPr/>
        </p:nvSpPr>
        <p:spPr>
          <a:xfrm>
            <a:off x="868680" y="1024128"/>
            <a:ext cx="5486400" cy="475488"/>
          </a:xfrm>
          <a:prstGeom prst="rect">
            <a:avLst/>
          </a:prstGeom>
          <a:noFill/>
        </p:spPr>
        <p:txBody>
          <a:bodyPr wrap="square" lIns="45720" tIns="18288" rIns="45720" bIns="18288" anchor="ctr">
            <a:spAutoFit/>
          </a:bodyPr>
          <a:lstStyle/>
          <a:p>
            <a:pPr algn="l"/>
            <a:r>
              <a:rPr lang="ja-JP" altLang="en-US" sz="2500" b="1">
                <a:solidFill>
                  <a:srgbClr val="191919"/>
                </a:solidFill>
                <a:latin typeface="Aptos"/>
              </a:rPr>
              <a:t>組み立てのポイント</a:t>
            </a:r>
          </a:p>
        </p:txBody>
      </p:sp>
      <p:pic>
        <p:nvPicPr>
          <p:cNvPr id="11" name="ビデオ-20261006-075837-3e1f797b_7687">
            <a:hlinkClick r:id="" action="ppaction://media"/>
            <a:extLst>
              <a:ext uri="{FF2B5EF4-FFF2-40B4-BE49-F238E27FC236}">
                <a16:creationId xmlns:a16="http://schemas.microsoft.com/office/drawing/2014/main" id="{72BD33BC-5A1A-E45C-3906-4FCADBCB2C47}"/>
              </a:ext>
            </a:extLst>
          </p:cNvPr>
          <p:cNvPicPr>
            <a:picLocks noChangeAspect="1"/>
          </p:cNvPicPr>
          <p:nvPr>
            <a:videoFile r:link="rId1"/>
            <p:extLst>
              <p:ext uri="{DAA4B4D4-6D71-4841-9C94-3DE7FCFB9230}">
                <p14:media xmlns:p14="http://schemas.microsoft.com/office/powerpoint/2010/main" r:embed="rId2">
                  <p14:trim st="5469.4306" end="11365.0926"/>
                </p14:media>
              </p:ext>
            </p:extLst>
          </p:nvPr>
        </p:nvPicPr>
        <p:blipFill>
          <a:blip r:embed="rId6"/>
          <a:stretch>
            <a:fillRect/>
          </a:stretch>
        </p:blipFill>
        <p:spPr>
          <a:xfrm>
            <a:off x="6446520" y="2103120"/>
            <a:ext cx="4846320" cy="2724912"/>
          </a:xfrm>
          <a:prstGeom prst="rect">
            <a:avLst/>
          </a:prstGeom>
        </p:spPr>
      </p:pic>
      <p:sp>
        <p:nvSpPr>
          <p:cNvPr id="9" name="TextBox 21">
            <a:extLst>
              <a:ext uri="{FF2B5EF4-FFF2-40B4-BE49-F238E27FC236}">
                <a16:creationId xmlns:a16="http://schemas.microsoft.com/office/drawing/2014/main" id="{0D3476A0-5DA5-30BA-040A-D7B2F445DA2B}"/>
              </a:ext>
            </a:extLst>
          </p:cNvPr>
          <p:cNvSpPr txBox="1"/>
          <p:nvPr/>
        </p:nvSpPr>
        <p:spPr>
          <a:xfrm>
            <a:off x="1161288" y="4394454"/>
            <a:ext cx="5120640" cy="384048"/>
          </a:xfrm>
          <a:prstGeom prst="rect">
            <a:avLst/>
          </a:prstGeom>
          <a:noFill/>
        </p:spPr>
        <p:txBody>
          <a:bodyPr wrap="square" lIns="45720" tIns="18288" rIns="45720" bIns="18288" anchor="ctr">
            <a:spAutoFit/>
          </a:bodyPr>
          <a:lstStyle/>
          <a:p>
            <a:pPr algn="l"/>
            <a:r>
              <a:rPr sz="2000" b="1" err="1">
                <a:solidFill>
                  <a:srgbClr val="191919"/>
                </a:solidFill>
                <a:latin typeface="Aptos"/>
              </a:rPr>
              <a:t>03　バリ取り</a:t>
            </a:r>
            <a:endParaRPr sz="2000" b="1">
              <a:solidFill>
                <a:srgbClr val="191919"/>
              </a:solidFill>
              <a:latin typeface="Aptos"/>
            </a:endParaRPr>
          </a:p>
        </p:txBody>
      </p:sp>
      <p:sp>
        <p:nvSpPr>
          <p:cNvPr id="12" name="TextBox 22">
            <a:extLst>
              <a:ext uri="{FF2B5EF4-FFF2-40B4-BE49-F238E27FC236}">
                <a16:creationId xmlns:a16="http://schemas.microsoft.com/office/drawing/2014/main" id="{6972D780-0096-3BCD-465E-F27584BC594C}"/>
              </a:ext>
            </a:extLst>
          </p:cNvPr>
          <p:cNvSpPr txBox="1"/>
          <p:nvPr/>
        </p:nvSpPr>
        <p:spPr>
          <a:xfrm>
            <a:off x="1161288" y="4963209"/>
            <a:ext cx="5120640" cy="252377"/>
          </a:xfrm>
          <a:prstGeom prst="rect">
            <a:avLst/>
          </a:prstGeom>
          <a:noFill/>
        </p:spPr>
        <p:txBody>
          <a:bodyPr wrap="square" lIns="45720" tIns="18288" rIns="45720" bIns="18288" anchor="ctr">
            <a:spAutoFit/>
          </a:bodyPr>
          <a:lstStyle/>
          <a:p>
            <a:r>
              <a:rPr lang="ja-JP" altLang="en-US" sz="1400">
                <a:solidFill>
                  <a:srgbClr val="787873"/>
                </a:solidFill>
                <a:latin typeface="Aptos"/>
              </a:rPr>
              <a:t>ネジ穴にバリが残っていると組み直しになる</a:t>
            </a:r>
            <a:endParaRPr lang="en-US" sz="1400" b="0">
              <a:solidFill>
                <a:srgbClr val="787873"/>
              </a:solidFill>
              <a:latin typeface="Aptos"/>
            </a:endParaRPr>
          </a:p>
        </p:txBody>
      </p:sp>
      <p:sp>
        <p:nvSpPr>
          <p:cNvPr id="13" name="TextBox 22">
            <a:extLst>
              <a:ext uri="{FF2B5EF4-FFF2-40B4-BE49-F238E27FC236}">
                <a16:creationId xmlns:a16="http://schemas.microsoft.com/office/drawing/2014/main" id="{6972D780-0096-3BCD-465E-F27584BC594C}"/>
              </a:ext>
            </a:extLst>
          </p:cNvPr>
          <p:cNvSpPr txBox="1"/>
          <p:nvPr/>
        </p:nvSpPr>
        <p:spPr>
          <a:xfrm>
            <a:off x="868680" y="1517904"/>
            <a:ext cx="5486400" cy="320040"/>
          </a:xfrm>
          <a:prstGeom prst="rect">
            <a:avLst/>
          </a:prstGeom>
          <a:noFill/>
        </p:spPr>
        <p:txBody>
          <a:bodyPr wrap="square" lIns="45720" tIns="18288" rIns="45720" bIns="18288" anchor="ctr">
            <a:spAutoFit/>
          </a:bodyPr>
          <a:lstStyle/>
          <a:p>
            <a:r>
              <a:rPr lang="ja-JP" altLang="en-US" sz="1400">
                <a:solidFill>
                  <a:srgbClr val="787873"/>
                </a:solidFill>
                <a:latin typeface="Aptos"/>
              </a:rPr>
              <a:t>実際に手を動かして分かったこと</a:t>
            </a:r>
            <a:endParaRPr lang="en-US" sz="1400" b="0">
              <a:solidFill>
                <a:srgbClr val="787873"/>
              </a:solidFill>
              <a:latin typeface="Aptos"/>
            </a:endParaRPr>
          </a:p>
        </p:txBody>
      </p:sp>
      <p:sp>
        <p:nvSpPr>
          <p:cNvPr id="14" name="TextBox 22">
            <a:extLst>
              <a:ext uri="{FF2B5EF4-FFF2-40B4-BE49-F238E27FC236}">
                <a16:creationId xmlns:a16="http://schemas.microsoft.com/office/drawing/2014/main" id="{6972D780-0096-3BCD-465E-F27584BC594C}"/>
              </a:ext>
            </a:extLst>
          </p:cNvPr>
          <p:cNvSpPr txBox="1"/>
          <p:nvPr/>
        </p:nvSpPr>
        <p:spPr>
          <a:xfrm>
            <a:off x="6446520" y="4953303"/>
            <a:ext cx="4846320" cy="252377"/>
          </a:xfrm>
          <a:prstGeom prst="rect">
            <a:avLst/>
          </a:prstGeom>
          <a:noFill/>
        </p:spPr>
        <p:txBody>
          <a:bodyPr wrap="square" lIns="45720" tIns="18288" rIns="45720" bIns="18288" anchor="ctr">
            <a:spAutoFit/>
          </a:bodyPr>
          <a:lstStyle/>
          <a:p>
            <a:pPr algn="r"/>
            <a:r>
              <a:rPr lang="ja-JP" altLang="en-US" sz="1400">
                <a:solidFill>
                  <a:srgbClr val="787873"/>
                </a:solidFill>
                <a:latin typeface="Aptos"/>
              </a:rPr>
              <a:t>テレオペレーションの様子</a:t>
            </a:r>
            <a:endParaRPr lang="en-US" sz="1400" b="0">
              <a:solidFill>
                <a:srgbClr val="787873"/>
              </a:solidFill>
              <a:latin typeface="Aptos"/>
            </a:endParaRPr>
          </a:p>
        </p:txBody>
      </p:sp>
      <p:sp>
        <p:nvSpPr>
          <p:cNvPr id="15" name="TextBox 21">
            <a:extLst>
              <a:ext uri="{FF2B5EF4-FFF2-40B4-BE49-F238E27FC236}">
                <a16:creationId xmlns:a16="http://schemas.microsoft.com/office/drawing/2014/main" id="{5FD9321F-8C20-597A-19D4-7B6F514C06FD}"/>
              </a:ext>
            </a:extLst>
          </p:cNvPr>
          <p:cNvSpPr txBox="1"/>
          <p:nvPr/>
        </p:nvSpPr>
        <p:spPr>
          <a:xfrm>
            <a:off x="1161288" y="2257967"/>
            <a:ext cx="5120640" cy="344710"/>
          </a:xfrm>
          <a:prstGeom prst="rect">
            <a:avLst/>
          </a:prstGeom>
          <a:noFill/>
        </p:spPr>
        <p:txBody>
          <a:bodyPr wrap="square" lIns="45720" tIns="18288" rIns="45720" bIns="18288" anchor="ctr">
            <a:spAutoFit/>
          </a:bodyPr>
          <a:lstStyle/>
          <a:p>
            <a:pPr algn="l"/>
            <a:r>
              <a:rPr lang="ja-JP" altLang="en-US" sz="2000" b="1">
                <a:solidFill>
                  <a:srgbClr val="191919"/>
                </a:solidFill>
                <a:latin typeface="Aptos"/>
              </a:rPr>
              <a:t>0</a:t>
            </a:r>
            <a:r>
              <a:rPr lang="en-US" altLang="ja-JP" sz="2000" b="1">
                <a:solidFill>
                  <a:srgbClr val="191919"/>
                </a:solidFill>
                <a:latin typeface="Aptos"/>
              </a:rPr>
              <a:t>1</a:t>
            </a:r>
            <a:r>
              <a:rPr lang="ja-JP" altLang="en-US" sz="2000" b="1">
                <a:solidFill>
                  <a:srgbClr val="191919"/>
                </a:solidFill>
                <a:latin typeface="Aptos"/>
              </a:rPr>
              <a:t>　組み立てにかかった時間</a:t>
            </a:r>
            <a:endParaRPr sz="2000" b="1">
              <a:solidFill>
                <a:srgbClr val="191919"/>
              </a:solidFill>
              <a:latin typeface="Aptos"/>
            </a:endParaRPr>
          </a:p>
        </p:txBody>
      </p:sp>
      <p:sp>
        <p:nvSpPr>
          <p:cNvPr id="16" name="TextBox 22">
            <a:extLst>
              <a:ext uri="{FF2B5EF4-FFF2-40B4-BE49-F238E27FC236}">
                <a16:creationId xmlns:a16="http://schemas.microsoft.com/office/drawing/2014/main" id="{5761CC1C-D7B6-6670-07C2-C42E7E543E12}"/>
              </a:ext>
            </a:extLst>
          </p:cNvPr>
          <p:cNvSpPr txBox="1"/>
          <p:nvPr/>
        </p:nvSpPr>
        <p:spPr>
          <a:xfrm>
            <a:off x="1161288" y="2807053"/>
            <a:ext cx="5120640" cy="252377"/>
          </a:xfrm>
          <a:prstGeom prst="rect">
            <a:avLst/>
          </a:prstGeom>
          <a:noFill/>
        </p:spPr>
        <p:txBody>
          <a:bodyPr wrap="square" lIns="45720" tIns="18288" rIns="45720" bIns="18288" anchor="ctr">
            <a:spAutoFit/>
          </a:bodyPr>
          <a:lstStyle/>
          <a:p>
            <a:r>
              <a:rPr lang="en-US" altLang="ja-JP" sz="1400">
                <a:solidFill>
                  <a:srgbClr val="787873"/>
                </a:solidFill>
                <a:latin typeface="Aptos"/>
              </a:rPr>
              <a:t>1</a:t>
            </a:r>
            <a:r>
              <a:rPr lang="ja-JP" altLang="en-US" sz="1400">
                <a:solidFill>
                  <a:srgbClr val="787873"/>
                </a:solidFill>
                <a:latin typeface="Aptos"/>
              </a:rPr>
              <a:t>つのアームの組み立てに約</a:t>
            </a:r>
            <a:r>
              <a:rPr lang="en-US" altLang="ja-JP" sz="1400">
                <a:solidFill>
                  <a:srgbClr val="787873"/>
                </a:solidFill>
                <a:latin typeface="Aptos"/>
              </a:rPr>
              <a:t>1</a:t>
            </a:r>
            <a:r>
              <a:rPr lang="ja-JP" altLang="en-US" sz="1400">
                <a:solidFill>
                  <a:srgbClr val="787873"/>
                </a:solidFill>
                <a:latin typeface="Aptos"/>
              </a:rPr>
              <a:t>時間半</a:t>
            </a:r>
            <a:endParaRPr sz="1400" b="0">
              <a:solidFill>
                <a:srgbClr val="787873"/>
              </a:solidFill>
              <a:latin typeface="Aptos"/>
            </a:endParaRPr>
          </a:p>
        </p:txBody>
      </p:sp>
      <p:sp>
        <p:nvSpPr>
          <p:cNvPr id="6" name="TextBox 3"/>
          <p:cNvSpPr txBox="1"/>
          <p:nvPr/>
        </p:nvSpPr>
        <p:spPr>
          <a:xfrm>
            <a:off x="868680" y="804672"/>
            <a:ext cx="4572000" cy="201168"/>
          </a:xfrm>
          <a:prstGeom prst="rect">
            <a:avLst/>
          </a:prstGeom>
          <a:noFill/>
        </p:spPr>
        <p:txBody>
          <a:bodyPr wrap="square" lIns="45720" tIns="18288" rIns="45720" bIns="18288" anchor="ctr">
            <a:spAutoFit/>
          </a:bodyPr>
          <a:lstStyle/>
          <a:p>
            <a:pPr algn="l"/>
            <a:r>
              <a:rPr sz="1050" b="1">
                <a:solidFill>
                  <a:srgbClr val="FFA900"/>
                </a:solidFill>
                <a:latin typeface="Aptos"/>
              </a:rPr>
              <a:t>04 / ASSEMBLY POINTS</a:t>
            </a:r>
          </a:p>
        </p:txBody>
      </p:sp>
    </p:spTree>
    <p:extLst>
      <p:ext uri="{BB962C8B-B14F-4D97-AF65-F5344CB8AC3E}">
        <p14:creationId xmlns:p14="http://schemas.microsoft.com/office/powerpoint/2010/main" val="2933673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587"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5571B-8648-6988-0A08-9549FE6FBFE9}"/>
            </a:ext>
          </a:extLst>
        </p:cNvPr>
        <p:cNvGrpSpPr/>
        <p:nvPr/>
      </p:nvGrpSpPr>
      <p:grpSpPr>
        <a:xfrm>
          <a:off x="0" y="0"/>
          <a:ext cx="0" cy="0"/>
          <a:chOff x="0" y="0"/>
          <a:chExt cx="0" cy="0"/>
        </a:xfrm>
      </p:grpSpPr>
      <p:pic>
        <p:nvPicPr>
          <p:cNvPr id="2" name="Picture 1" descr="_paper_texture.png">
            <a:extLst>
              <a:ext uri="{FF2B5EF4-FFF2-40B4-BE49-F238E27FC236}">
                <a16:creationId xmlns:a16="http://schemas.microsoft.com/office/drawing/2014/main" id="{91559450-5DF7-1B20-B803-DC3F30F853CD}"/>
              </a:ext>
            </a:extLst>
          </p:cNvPr>
          <p:cNvPicPr>
            <a:picLocks noChangeAspect="1"/>
          </p:cNvPicPr>
          <p:nvPr/>
        </p:nvPicPr>
        <p:blipFill>
          <a:blip r:embed="rId3"/>
          <a:stretch>
            <a:fillRect/>
          </a:stretch>
        </p:blipFill>
        <p:spPr>
          <a:xfrm>
            <a:off x="0" y="0"/>
            <a:ext cx="12191695" cy="6858000"/>
          </a:xfrm>
          <a:prstGeom prst="rect">
            <a:avLst/>
          </a:prstGeom>
        </p:spPr>
      </p:pic>
      <p:sp>
        <p:nvSpPr>
          <p:cNvPr id="3" name="Rectangle 2">
            <a:extLst>
              <a:ext uri="{FF2B5EF4-FFF2-40B4-BE49-F238E27FC236}">
                <a16:creationId xmlns:a16="http://schemas.microsoft.com/office/drawing/2014/main" id="{DFC15E1F-80FF-77A3-62C6-C27A7FF29C6B}"/>
              </a:ext>
            </a:extLst>
          </p:cNvPr>
          <p:cNvSpPr/>
          <p:nvPr/>
        </p:nvSpPr>
        <p:spPr>
          <a:xfrm>
            <a:off x="347472" y="438912"/>
            <a:ext cx="11484864" cy="58978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1FEC914B-00A2-D015-F94B-B848B00B741E}"/>
              </a:ext>
            </a:extLst>
          </p:cNvPr>
          <p:cNvSpPr/>
          <p:nvPr/>
        </p:nvSpPr>
        <p:spPr>
          <a:xfrm>
            <a:off x="347472" y="438912"/>
            <a:ext cx="11484864" cy="5897880"/>
          </a:xfrm>
          <a:prstGeom prst="rect">
            <a:avLst/>
          </a:prstGeom>
          <a:solidFill>
            <a:srgbClr val="FFA900"/>
          </a:solidFill>
          <a:ln>
            <a:solidFill>
              <a:srgbClr val="FFA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0788BD6B-4520-9014-0BB4-2372E3B30C35}"/>
              </a:ext>
            </a:extLst>
          </p:cNvPr>
          <p:cNvSpPr/>
          <p:nvPr/>
        </p:nvSpPr>
        <p:spPr>
          <a:xfrm>
            <a:off x="621792" y="713232"/>
            <a:ext cx="10936224" cy="53492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0D3476A0-5DA5-30BA-040A-D7B2F445DA2B}"/>
              </a:ext>
            </a:extLst>
          </p:cNvPr>
          <p:cNvSpPr txBox="1"/>
          <p:nvPr/>
        </p:nvSpPr>
        <p:spPr>
          <a:xfrm>
            <a:off x="1921612" y="4800086"/>
            <a:ext cx="3291840" cy="365760"/>
          </a:xfrm>
          <a:prstGeom prst="rect">
            <a:avLst/>
          </a:prstGeom>
          <a:noFill/>
        </p:spPr>
        <p:txBody>
          <a:bodyPr wrap="square" lIns="45720" tIns="18288" rIns="45720" bIns="18288" anchor="ctr">
            <a:spAutoFit/>
          </a:bodyPr>
          <a:lstStyle/>
          <a:p>
            <a:pPr algn="ctr"/>
            <a:r>
              <a:rPr sz="2000" b="1" err="1">
                <a:solidFill>
                  <a:srgbClr val="191919"/>
                </a:solidFill>
                <a:latin typeface="Aptos"/>
              </a:rPr>
              <a:t>検出されなかった接続</a:t>
            </a:r>
            <a:endParaRPr sz="2000" b="1">
              <a:solidFill>
                <a:srgbClr val="191919"/>
              </a:solidFill>
              <a:latin typeface="Aptos"/>
            </a:endParaRPr>
          </a:p>
        </p:txBody>
      </p:sp>
      <p:sp>
        <p:nvSpPr>
          <p:cNvPr id="23" name="TextBox 22">
            <a:extLst>
              <a:ext uri="{FF2B5EF4-FFF2-40B4-BE49-F238E27FC236}">
                <a16:creationId xmlns:a16="http://schemas.microsoft.com/office/drawing/2014/main" id="{6972D780-0096-3BCD-465E-F27584BC594C}"/>
              </a:ext>
            </a:extLst>
          </p:cNvPr>
          <p:cNvSpPr txBox="1"/>
          <p:nvPr/>
        </p:nvSpPr>
        <p:spPr>
          <a:xfrm>
            <a:off x="1921612" y="5231681"/>
            <a:ext cx="3291840" cy="252377"/>
          </a:xfrm>
          <a:prstGeom prst="rect">
            <a:avLst/>
          </a:prstGeom>
          <a:noFill/>
        </p:spPr>
        <p:txBody>
          <a:bodyPr wrap="square" lIns="45720" tIns="18288" rIns="45720" bIns="18288" anchor="ctr">
            <a:spAutoFit/>
          </a:bodyPr>
          <a:lstStyle/>
          <a:p>
            <a:pPr algn="ctr"/>
            <a:r>
              <a:rPr lang="ja-JP" altLang="en-US" sz="1400">
                <a:solidFill>
                  <a:srgbClr val="787873"/>
                </a:solidFill>
                <a:latin typeface="Aptos"/>
              </a:rPr>
              <a:t>アダプタの位置が基板側</a:t>
            </a:r>
            <a:endParaRPr lang="en-US" sz="1400" b="0">
              <a:solidFill>
                <a:srgbClr val="787873"/>
              </a:solidFill>
              <a:latin typeface="Aptos"/>
            </a:endParaRPr>
          </a:p>
        </p:txBody>
      </p:sp>
      <p:sp>
        <p:nvSpPr>
          <p:cNvPr id="8" name="スライド番号プレースホルダー 7">
            <a:extLst>
              <a:ext uri="{FF2B5EF4-FFF2-40B4-BE49-F238E27FC236}">
                <a16:creationId xmlns:a16="http://schemas.microsoft.com/office/drawing/2014/main" id="{A60863B8-DCE6-67E5-1498-FA37FBC8AEEB}"/>
              </a:ext>
            </a:extLst>
          </p:cNvPr>
          <p:cNvSpPr>
            <a:spLocks noGrp="1"/>
          </p:cNvSpPr>
          <p:nvPr>
            <p:ph type="sldNum" sz="quarter" idx="12"/>
          </p:nvPr>
        </p:nvSpPr>
        <p:spPr/>
        <p:txBody>
          <a:bodyPr lIns="91440" tIns="45720" rIns="91440" bIns="45720" anchor="t"/>
          <a:lstStyle/>
          <a:p>
            <a:pPr algn="r"/>
            <a:fld id="{C1FF6DA9-008F-8B48-92A6-B652298478BF}" type="slidenum">
              <a:rPr lang="en-US" smtClean="0"/>
              <a:pPr algn="r"/>
              <a:t>6</a:t>
            </a:fld>
            <a:endParaRPr lang="en-US"/>
          </a:p>
        </p:txBody>
      </p:sp>
      <p:sp>
        <p:nvSpPr>
          <p:cNvPr id="10" name="TextBox 6">
            <a:extLst>
              <a:ext uri="{FF2B5EF4-FFF2-40B4-BE49-F238E27FC236}">
                <a16:creationId xmlns:a16="http://schemas.microsoft.com/office/drawing/2014/main" id="{663FFFA4-E54F-EA25-5B9A-BE2B8D550980}"/>
              </a:ext>
            </a:extLst>
          </p:cNvPr>
          <p:cNvSpPr txBox="1"/>
          <p:nvPr/>
        </p:nvSpPr>
        <p:spPr>
          <a:xfrm>
            <a:off x="868680" y="1024128"/>
            <a:ext cx="7315200" cy="475488"/>
          </a:xfrm>
          <a:prstGeom prst="rect">
            <a:avLst/>
          </a:prstGeom>
          <a:noFill/>
        </p:spPr>
        <p:txBody>
          <a:bodyPr wrap="square" lIns="45720" tIns="18288" rIns="45720" bIns="18288" anchor="ctr">
            <a:spAutoFit/>
          </a:bodyPr>
          <a:lstStyle/>
          <a:p>
            <a:pPr algn="l"/>
            <a:r>
              <a:rPr lang="ja-JP" altLang="en-US" sz="2500" b="1">
                <a:solidFill>
                  <a:srgbClr val="191919"/>
                </a:solidFill>
                <a:latin typeface="Aptos"/>
              </a:rPr>
              <a:t>つまずいた点：基板が検出されない</a:t>
            </a:r>
          </a:p>
        </p:txBody>
      </p:sp>
      <p:sp>
        <p:nvSpPr>
          <p:cNvPr id="6" name="TextBox 21">
            <a:extLst>
              <a:ext uri="{FF2B5EF4-FFF2-40B4-BE49-F238E27FC236}">
                <a16:creationId xmlns:a16="http://schemas.microsoft.com/office/drawing/2014/main" id="{68E96994-0C74-8F79-A621-3454F76679EE}"/>
              </a:ext>
            </a:extLst>
          </p:cNvPr>
          <p:cNvSpPr txBox="1"/>
          <p:nvPr/>
        </p:nvSpPr>
        <p:spPr>
          <a:xfrm>
            <a:off x="7316572" y="4800086"/>
            <a:ext cx="3291840" cy="365760"/>
          </a:xfrm>
          <a:prstGeom prst="rect">
            <a:avLst/>
          </a:prstGeom>
          <a:noFill/>
        </p:spPr>
        <p:txBody>
          <a:bodyPr wrap="square" lIns="45720" tIns="18288" rIns="45720" bIns="18288" anchor="ctr">
            <a:spAutoFit/>
          </a:bodyPr>
          <a:lstStyle/>
          <a:p>
            <a:pPr algn="ctr"/>
            <a:r>
              <a:rPr lang="ja-JP" altLang="en-US" sz="2000" b="1">
                <a:solidFill>
                  <a:srgbClr val="191919"/>
                </a:solidFill>
                <a:latin typeface="Aptos"/>
              </a:rPr>
              <a:t>検出された接続</a:t>
            </a:r>
            <a:endParaRPr sz="2000" b="1">
              <a:solidFill>
                <a:srgbClr val="191919"/>
              </a:solidFill>
              <a:latin typeface="Aptos"/>
            </a:endParaRPr>
          </a:p>
        </p:txBody>
      </p:sp>
      <p:sp>
        <p:nvSpPr>
          <p:cNvPr id="7" name="TextBox 22">
            <a:extLst>
              <a:ext uri="{FF2B5EF4-FFF2-40B4-BE49-F238E27FC236}">
                <a16:creationId xmlns:a16="http://schemas.microsoft.com/office/drawing/2014/main" id="{50CF9B4A-D6DD-E8F1-5783-7DEF408FD6C7}"/>
              </a:ext>
            </a:extLst>
          </p:cNvPr>
          <p:cNvSpPr txBox="1"/>
          <p:nvPr/>
        </p:nvSpPr>
        <p:spPr>
          <a:xfrm>
            <a:off x="7316572" y="5231681"/>
            <a:ext cx="3291840" cy="252377"/>
          </a:xfrm>
          <a:prstGeom prst="rect">
            <a:avLst/>
          </a:prstGeom>
          <a:noFill/>
        </p:spPr>
        <p:txBody>
          <a:bodyPr wrap="square" lIns="45720" tIns="18288" rIns="45720" bIns="18288" anchor="ctr">
            <a:spAutoFit/>
          </a:bodyPr>
          <a:lstStyle/>
          <a:p>
            <a:pPr algn="ctr"/>
            <a:r>
              <a:rPr lang="ja-JP" altLang="en-US" sz="1400">
                <a:solidFill>
                  <a:srgbClr val="787873"/>
                </a:solidFill>
                <a:latin typeface="Aptos"/>
              </a:rPr>
              <a:t>アダプタの位置がPC側</a:t>
            </a:r>
            <a:endParaRPr lang="en-US" altLang="ja-JP" sz="1400">
              <a:solidFill>
                <a:srgbClr val="787873"/>
              </a:solidFill>
              <a:latin typeface="Aptos"/>
            </a:endParaRPr>
          </a:p>
        </p:txBody>
      </p:sp>
      <p:pic>
        <p:nvPicPr>
          <p:cNvPr id="12" name="図 11">
            <a:extLst>
              <a:ext uri="{FF2B5EF4-FFF2-40B4-BE49-F238E27FC236}">
                <a16:creationId xmlns:a16="http://schemas.microsoft.com/office/drawing/2014/main" id="{A8AE537A-54EB-5401-4D3B-588809376CE7}"/>
              </a:ext>
            </a:extLst>
          </p:cNvPr>
          <p:cNvPicPr>
            <a:picLocks noChangeAspect="1"/>
          </p:cNvPicPr>
          <p:nvPr/>
        </p:nvPicPr>
        <p:blipFill>
          <a:blip r:embed="rId4"/>
          <a:srcRect/>
          <a:stretch>
            <a:fillRect/>
          </a:stretch>
        </p:blipFill>
        <p:spPr>
          <a:xfrm rot="19800000">
            <a:off x="1941621" y="2518124"/>
            <a:ext cx="1343539" cy="1061830"/>
          </a:xfrm>
          <a:prstGeom prst="rect">
            <a:avLst/>
          </a:prstGeom>
        </p:spPr>
      </p:pic>
      <p:pic>
        <p:nvPicPr>
          <p:cNvPr id="16" name="図 15">
            <a:extLst>
              <a:ext uri="{FF2B5EF4-FFF2-40B4-BE49-F238E27FC236}">
                <a16:creationId xmlns:a16="http://schemas.microsoft.com/office/drawing/2014/main" id="{429ABC8B-EE6D-8A00-21A9-04137332F7A7}"/>
              </a:ext>
            </a:extLst>
          </p:cNvPr>
          <p:cNvPicPr>
            <a:picLocks noChangeAspect="1"/>
          </p:cNvPicPr>
          <p:nvPr/>
        </p:nvPicPr>
        <p:blipFill>
          <a:blip r:embed="rId5"/>
          <a:srcRect/>
          <a:stretch>
            <a:fillRect/>
          </a:stretch>
        </p:blipFill>
        <p:spPr>
          <a:xfrm rot="900000">
            <a:off x="3038199" y="2251552"/>
            <a:ext cx="1781270" cy="1333942"/>
          </a:xfrm>
          <a:prstGeom prst="rect">
            <a:avLst/>
          </a:prstGeom>
        </p:spPr>
      </p:pic>
      <p:pic>
        <p:nvPicPr>
          <p:cNvPr id="18" name="グラフィックス 17" descr="ノート PC 単色塗りつぶし">
            <a:extLst>
              <a:ext uri="{FF2B5EF4-FFF2-40B4-BE49-F238E27FC236}">
                <a16:creationId xmlns:a16="http://schemas.microsoft.com/office/drawing/2014/main" id="{09C244C0-9F2B-0E1D-D089-36F052F349A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293008" y="3578511"/>
            <a:ext cx="1167610" cy="1167610"/>
          </a:xfrm>
          <a:prstGeom prst="rect">
            <a:avLst/>
          </a:prstGeom>
        </p:spPr>
      </p:pic>
      <p:cxnSp>
        <p:nvCxnSpPr>
          <p:cNvPr id="19" name="Connector 10">
            <a:extLst>
              <a:ext uri="{FF2B5EF4-FFF2-40B4-BE49-F238E27FC236}">
                <a16:creationId xmlns:a16="http://schemas.microsoft.com/office/drawing/2014/main" id="{C4DDF2E0-FDB0-DA68-C7E7-67BB3F9FDCA2}"/>
              </a:ext>
            </a:extLst>
          </p:cNvPr>
          <p:cNvCxnSpPr>
            <a:cxnSpLocks/>
          </p:cNvCxnSpPr>
          <p:nvPr/>
        </p:nvCxnSpPr>
        <p:spPr>
          <a:xfrm>
            <a:off x="2720387" y="3243098"/>
            <a:ext cx="175534" cy="601612"/>
          </a:xfrm>
          <a:prstGeom prst="line">
            <a:avLst/>
          </a:prstGeom>
          <a:ln w="38100">
            <a:solidFill>
              <a:srgbClr val="FFA900"/>
            </a:solidFill>
          </a:ln>
        </p:spPr>
        <p:style>
          <a:lnRef idx="2">
            <a:schemeClr val="accent1"/>
          </a:lnRef>
          <a:fillRef idx="0">
            <a:schemeClr val="accent1"/>
          </a:fillRef>
          <a:effectRef idx="1">
            <a:schemeClr val="accent1"/>
          </a:effectRef>
          <a:fontRef idx="minor">
            <a:schemeClr val="tx1"/>
          </a:fontRef>
        </p:style>
      </p:cxnSp>
      <p:cxnSp>
        <p:nvCxnSpPr>
          <p:cNvPr id="24" name="Connector 10">
            <a:extLst>
              <a:ext uri="{FF2B5EF4-FFF2-40B4-BE49-F238E27FC236}">
                <a16:creationId xmlns:a16="http://schemas.microsoft.com/office/drawing/2014/main" id="{293143D1-D2D9-44E4-7419-02EDE5B3CB03}"/>
              </a:ext>
            </a:extLst>
          </p:cNvPr>
          <p:cNvCxnSpPr>
            <a:cxnSpLocks/>
            <a:stCxn id="16" idx="1"/>
          </p:cNvCxnSpPr>
          <p:nvPr/>
        </p:nvCxnSpPr>
        <p:spPr>
          <a:xfrm flipV="1">
            <a:off x="3068547" y="2669105"/>
            <a:ext cx="354219" cy="18905"/>
          </a:xfrm>
          <a:prstGeom prst="line">
            <a:avLst/>
          </a:prstGeom>
          <a:ln w="38100">
            <a:solidFill>
              <a:srgbClr val="FFA900"/>
            </a:solidFill>
          </a:ln>
        </p:spPr>
        <p:style>
          <a:lnRef idx="2">
            <a:schemeClr val="accent1"/>
          </a:lnRef>
          <a:fillRef idx="0">
            <a:schemeClr val="accent1"/>
          </a:fillRef>
          <a:effectRef idx="1">
            <a:schemeClr val="accent1"/>
          </a:effectRef>
          <a:fontRef idx="minor">
            <a:schemeClr val="tx1"/>
          </a:fontRef>
        </p:style>
      </p:cxnSp>
      <p:sp>
        <p:nvSpPr>
          <p:cNvPr id="27" name="十字形 26">
            <a:extLst>
              <a:ext uri="{FF2B5EF4-FFF2-40B4-BE49-F238E27FC236}">
                <a16:creationId xmlns:a16="http://schemas.microsoft.com/office/drawing/2014/main" id="{5C689F2A-6E7E-9003-547F-44CF6427C768}"/>
              </a:ext>
            </a:extLst>
          </p:cNvPr>
          <p:cNvSpPr/>
          <p:nvPr/>
        </p:nvSpPr>
        <p:spPr>
          <a:xfrm rot="2700000">
            <a:off x="1918695" y="1931112"/>
            <a:ext cx="582306" cy="582306"/>
          </a:xfrm>
          <a:prstGeom prst="plus">
            <a:avLst>
              <a:gd name="adj" fmla="val 44651"/>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pic>
        <p:nvPicPr>
          <p:cNvPr id="28" name="図 27">
            <a:extLst>
              <a:ext uri="{FF2B5EF4-FFF2-40B4-BE49-F238E27FC236}">
                <a16:creationId xmlns:a16="http://schemas.microsoft.com/office/drawing/2014/main" id="{95DC14DC-ED01-4027-84AC-E88392926F06}"/>
              </a:ext>
            </a:extLst>
          </p:cNvPr>
          <p:cNvPicPr>
            <a:picLocks noChangeAspect="1"/>
          </p:cNvPicPr>
          <p:nvPr/>
        </p:nvPicPr>
        <p:blipFill>
          <a:blip r:embed="rId4"/>
          <a:srcRect/>
          <a:stretch>
            <a:fillRect/>
          </a:stretch>
        </p:blipFill>
        <p:spPr>
          <a:xfrm rot="19800000">
            <a:off x="7503813" y="2501868"/>
            <a:ext cx="1343539" cy="1061830"/>
          </a:xfrm>
          <a:prstGeom prst="rect">
            <a:avLst/>
          </a:prstGeom>
        </p:spPr>
      </p:pic>
      <p:pic>
        <p:nvPicPr>
          <p:cNvPr id="29" name="図 28">
            <a:extLst>
              <a:ext uri="{FF2B5EF4-FFF2-40B4-BE49-F238E27FC236}">
                <a16:creationId xmlns:a16="http://schemas.microsoft.com/office/drawing/2014/main" id="{0F87EFC2-B900-8927-E4EB-33D2F0706D5C}"/>
              </a:ext>
            </a:extLst>
          </p:cNvPr>
          <p:cNvPicPr>
            <a:picLocks noChangeAspect="1"/>
          </p:cNvPicPr>
          <p:nvPr/>
        </p:nvPicPr>
        <p:blipFill>
          <a:blip r:embed="rId5"/>
          <a:srcRect/>
          <a:stretch>
            <a:fillRect/>
          </a:stretch>
        </p:blipFill>
        <p:spPr>
          <a:xfrm rot="900000">
            <a:off x="7883234" y="3434629"/>
            <a:ext cx="1781270" cy="1333942"/>
          </a:xfrm>
          <a:prstGeom prst="rect">
            <a:avLst/>
          </a:prstGeom>
        </p:spPr>
      </p:pic>
      <p:pic>
        <p:nvPicPr>
          <p:cNvPr id="33" name="グラフィックス 32" descr="ノート PC 単色塗りつぶし">
            <a:extLst>
              <a:ext uri="{FF2B5EF4-FFF2-40B4-BE49-F238E27FC236}">
                <a16:creationId xmlns:a16="http://schemas.microsoft.com/office/drawing/2014/main" id="{224ACD3A-C48E-A00B-639A-554678A1C49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920664" y="2005542"/>
            <a:ext cx="1167610" cy="1167610"/>
          </a:xfrm>
          <a:prstGeom prst="rect">
            <a:avLst/>
          </a:prstGeom>
        </p:spPr>
      </p:pic>
      <p:cxnSp>
        <p:nvCxnSpPr>
          <p:cNvPr id="34" name="Connector 10">
            <a:extLst>
              <a:ext uri="{FF2B5EF4-FFF2-40B4-BE49-F238E27FC236}">
                <a16:creationId xmlns:a16="http://schemas.microsoft.com/office/drawing/2014/main" id="{B0B0C07A-D892-CAB3-8F17-B74C06AA5B01}"/>
              </a:ext>
            </a:extLst>
          </p:cNvPr>
          <p:cNvCxnSpPr>
            <a:cxnSpLocks/>
          </p:cNvCxnSpPr>
          <p:nvPr/>
        </p:nvCxnSpPr>
        <p:spPr>
          <a:xfrm flipH="1">
            <a:off x="8186857" y="3226842"/>
            <a:ext cx="95722" cy="617868"/>
          </a:xfrm>
          <a:prstGeom prst="line">
            <a:avLst/>
          </a:prstGeom>
          <a:ln w="38100">
            <a:solidFill>
              <a:srgbClr val="FFA900"/>
            </a:solidFill>
          </a:ln>
        </p:spPr>
        <p:style>
          <a:lnRef idx="2">
            <a:schemeClr val="accent1"/>
          </a:lnRef>
          <a:fillRef idx="0">
            <a:schemeClr val="accent1"/>
          </a:fillRef>
          <a:effectRef idx="1">
            <a:schemeClr val="accent1"/>
          </a:effectRef>
          <a:fontRef idx="minor">
            <a:schemeClr val="tx1"/>
          </a:fontRef>
        </p:style>
      </p:cxnSp>
      <p:cxnSp>
        <p:nvCxnSpPr>
          <p:cNvPr id="35" name="Connector 10">
            <a:extLst>
              <a:ext uri="{FF2B5EF4-FFF2-40B4-BE49-F238E27FC236}">
                <a16:creationId xmlns:a16="http://schemas.microsoft.com/office/drawing/2014/main" id="{084B9170-3FEB-6324-0C66-6B18113226AE}"/>
              </a:ext>
            </a:extLst>
          </p:cNvPr>
          <p:cNvCxnSpPr>
            <a:cxnSpLocks/>
          </p:cNvCxnSpPr>
          <p:nvPr/>
        </p:nvCxnSpPr>
        <p:spPr>
          <a:xfrm flipV="1">
            <a:off x="8743555" y="2650200"/>
            <a:ext cx="354219" cy="18905"/>
          </a:xfrm>
          <a:prstGeom prst="line">
            <a:avLst/>
          </a:prstGeom>
          <a:ln w="38100">
            <a:solidFill>
              <a:srgbClr val="FFA900"/>
            </a:solidFill>
          </a:ln>
        </p:spPr>
        <p:style>
          <a:lnRef idx="2">
            <a:schemeClr val="accent1"/>
          </a:lnRef>
          <a:fillRef idx="0">
            <a:schemeClr val="accent1"/>
          </a:fillRef>
          <a:effectRef idx="1">
            <a:schemeClr val="accent1"/>
          </a:effectRef>
          <a:fontRef idx="minor">
            <a:schemeClr val="tx1"/>
          </a:fontRef>
        </p:style>
      </p:cxnSp>
      <p:sp>
        <p:nvSpPr>
          <p:cNvPr id="37" name="円/楕円 36">
            <a:extLst>
              <a:ext uri="{FF2B5EF4-FFF2-40B4-BE49-F238E27FC236}">
                <a16:creationId xmlns:a16="http://schemas.microsoft.com/office/drawing/2014/main" id="{169BEA9C-BBA1-59E2-B39C-1324921FCD03}"/>
              </a:ext>
            </a:extLst>
          </p:cNvPr>
          <p:cNvSpPr/>
          <p:nvPr/>
        </p:nvSpPr>
        <p:spPr>
          <a:xfrm>
            <a:off x="7318414" y="1910683"/>
            <a:ext cx="511084" cy="511084"/>
          </a:xfrm>
          <a:prstGeom prst="ellipse">
            <a:avLst/>
          </a:prstGeom>
          <a:noFill/>
          <a:ln w="762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9" name="TextBox 22">
            <a:extLst>
              <a:ext uri="{FF2B5EF4-FFF2-40B4-BE49-F238E27FC236}">
                <a16:creationId xmlns:a16="http://schemas.microsoft.com/office/drawing/2014/main" id="{6972D780-0096-3BCD-465E-F27584BC594C}"/>
              </a:ext>
            </a:extLst>
          </p:cNvPr>
          <p:cNvSpPr txBox="1"/>
          <p:nvPr/>
        </p:nvSpPr>
        <p:spPr>
          <a:xfrm>
            <a:off x="868679" y="1517904"/>
            <a:ext cx="10132695" cy="313932"/>
          </a:xfrm>
          <a:prstGeom prst="rect">
            <a:avLst/>
          </a:prstGeom>
          <a:noFill/>
        </p:spPr>
        <p:txBody>
          <a:bodyPr wrap="square" lIns="45720" tIns="18288" rIns="45720" bIns="18288" anchor="ctr">
            <a:spAutoFit/>
          </a:bodyPr>
          <a:lstStyle/>
          <a:p>
            <a:r>
              <a:rPr lang="ja-JP" altLang="en-US">
                <a:solidFill>
                  <a:srgbClr val="787873"/>
                </a:solidFill>
                <a:latin typeface="Aptos"/>
              </a:rPr>
              <a:t>変換アダプタの位置によって、モーター制御基板が認識されないことがあった</a:t>
            </a:r>
            <a:endParaRPr lang="en-US" b="0">
              <a:solidFill>
                <a:srgbClr val="787873"/>
              </a:solidFill>
              <a:latin typeface="Aptos"/>
            </a:endParaRPr>
          </a:p>
        </p:txBody>
      </p:sp>
      <p:sp>
        <p:nvSpPr>
          <p:cNvPr id="11" name="TextBox 3"/>
          <p:cNvSpPr txBox="1"/>
          <p:nvPr/>
        </p:nvSpPr>
        <p:spPr>
          <a:xfrm>
            <a:off x="868680" y="804672"/>
            <a:ext cx="4572000" cy="201168"/>
          </a:xfrm>
          <a:prstGeom prst="rect">
            <a:avLst/>
          </a:prstGeom>
          <a:noFill/>
        </p:spPr>
        <p:txBody>
          <a:bodyPr wrap="square" lIns="45720" tIns="18288" rIns="45720" bIns="18288" anchor="ctr">
            <a:spAutoFit/>
          </a:bodyPr>
          <a:lstStyle/>
          <a:p>
            <a:pPr algn="l"/>
            <a:r>
              <a:rPr sz="1050" b="1">
                <a:solidFill>
                  <a:srgbClr val="FFA900"/>
                </a:solidFill>
                <a:latin typeface="Aptos"/>
              </a:rPr>
              <a:t>05 / TROUBLESHOOTING</a:t>
            </a:r>
          </a:p>
        </p:txBody>
      </p:sp>
    </p:spTree>
    <p:extLst>
      <p:ext uri="{BB962C8B-B14F-4D97-AF65-F5344CB8AC3E}">
        <p14:creationId xmlns:p14="http://schemas.microsoft.com/office/powerpoint/2010/main" val="472094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_paper_texture.png"/>
          <p:cNvPicPr>
            <a:picLocks noChangeAspect="1"/>
          </p:cNvPicPr>
          <p:nvPr/>
        </p:nvPicPr>
        <p:blipFill>
          <a:blip r:embed="rId3"/>
          <a:stretch>
            <a:fillRect/>
          </a:stretch>
        </p:blipFill>
        <p:spPr>
          <a:xfrm>
            <a:off x="0" y="0"/>
            <a:ext cx="12191695" cy="6858000"/>
          </a:xfrm>
          <a:prstGeom prst="rect">
            <a:avLst/>
          </a:prstGeom>
        </p:spPr>
      </p:pic>
      <p:sp>
        <p:nvSpPr>
          <p:cNvPr id="3" name="Rectangle 2"/>
          <p:cNvSpPr/>
          <p:nvPr/>
        </p:nvSpPr>
        <p:spPr>
          <a:xfrm>
            <a:off x="347472" y="438912"/>
            <a:ext cx="11484864" cy="58978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577398"/>
            <a:ext cx="4572000" cy="198516"/>
          </a:xfrm>
          <a:prstGeom prst="rect">
            <a:avLst/>
          </a:prstGeom>
          <a:noFill/>
        </p:spPr>
        <p:txBody>
          <a:bodyPr wrap="square" lIns="45720" tIns="18288" rIns="45720" bIns="18288" anchor="ctr">
            <a:spAutoFit/>
          </a:bodyPr>
          <a:lstStyle/>
          <a:p>
            <a:pPr algn="l"/>
            <a:r>
              <a:rPr sz="1050" b="1">
                <a:solidFill>
                  <a:srgbClr val="FFA900"/>
                </a:solidFill>
                <a:latin typeface="Aptos"/>
              </a:rPr>
              <a:t>06 / CALIBRATION</a:t>
            </a:r>
          </a:p>
        </p:txBody>
      </p:sp>
      <p:sp>
        <p:nvSpPr>
          <p:cNvPr id="5" name="TextBox 4"/>
          <p:cNvSpPr txBox="1"/>
          <p:nvPr/>
        </p:nvSpPr>
        <p:spPr>
          <a:xfrm>
            <a:off x="713232" y="804672"/>
            <a:ext cx="10789920" cy="502920"/>
          </a:xfrm>
          <a:prstGeom prst="rect">
            <a:avLst/>
          </a:prstGeom>
          <a:noFill/>
        </p:spPr>
        <p:txBody>
          <a:bodyPr wrap="square" lIns="45720" tIns="18288" rIns="45720" bIns="18288" anchor="ctr">
            <a:spAutoFit/>
          </a:bodyPr>
          <a:lstStyle/>
          <a:p>
            <a:pPr algn="l"/>
            <a:r>
              <a:rPr sz="2500" b="1">
                <a:solidFill>
                  <a:srgbClr val="191919"/>
                </a:solidFill>
                <a:latin typeface="Aptos"/>
              </a:rPr>
              <a:t>キャリブレーション</a:t>
            </a:r>
          </a:p>
        </p:txBody>
      </p:sp>
      <p:sp>
        <p:nvSpPr>
          <p:cNvPr id="6" name="TextBox 5"/>
          <p:cNvSpPr txBox="1"/>
          <p:nvPr/>
        </p:nvSpPr>
        <p:spPr>
          <a:xfrm>
            <a:off x="731520" y="1324363"/>
            <a:ext cx="10424160" cy="313932"/>
          </a:xfrm>
          <a:prstGeom prst="rect">
            <a:avLst/>
          </a:prstGeom>
          <a:noFill/>
        </p:spPr>
        <p:txBody>
          <a:bodyPr wrap="square" lIns="45720" tIns="18288" rIns="45720" bIns="18288" anchor="ctr">
            <a:spAutoFit/>
          </a:bodyPr>
          <a:lstStyle/>
          <a:p>
            <a:pPr algn="l"/>
            <a:r>
              <a:rPr lang="ja-JP" altLang="en-US">
                <a:solidFill>
                  <a:srgbClr val="787873"/>
                </a:solidFill>
                <a:latin typeface="Aptos"/>
              </a:rPr>
              <a:t>→ </a:t>
            </a:r>
            <a:r>
              <a:rPr b="0" err="1">
                <a:solidFill>
                  <a:srgbClr val="787873"/>
                </a:solidFill>
                <a:latin typeface="Aptos"/>
              </a:rPr>
              <a:t>リーダ</a:t>
            </a:r>
            <a:r>
              <a:rPr lang="ja-JP" altLang="en-US" b="0">
                <a:solidFill>
                  <a:srgbClr val="787873"/>
                </a:solidFill>
                <a:latin typeface="Aptos"/>
              </a:rPr>
              <a:t>ー</a:t>
            </a:r>
            <a:r>
              <a:rPr b="0" err="1">
                <a:solidFill>
                  <a:srgbClr val="787873"/>
                </a:solidFill>
                <a:latin typeface="Aptos"/>
              </a:rPr>
              <a:t>とフォロワ</a:t>
            </a:r>
            <a:r>
              <a:rPr lang="ja-JP" altLang="en-US" b="0">
                <a:solidFill>
                  <a:srgbClr val="787873"/>
                </a:solidFill>
                <a:latin typeface="Aptos"/>
              </a:rPr>
              <a:t>ー</a:t>
            </a:r>
            <a:r>
              <a:rPr b="0" err="1">
                <a:solidFill>
                  <a:srgbClr val="787873"/>
                </a:solidFill>
                <a:latin typeface="Aptos"/>
              </a:rPr>
              <a:t>の可動域を対応づけリーダ</a:t>
            </a:r>
            <a:r>
              <a:rPr lang="ja-JP" altLang="en-US" b="0">
                <a:solidFill>
                  <a:srgbClr val="787873"/>
                </a:solidFill>
                <a:latin typeface="Aptos"/>
              </a:rPr>
              <a:t>ー</a:t>
            </a:r>
            <a:r>
              <a:rPr b="0" err="1">
                <a:solidFill>
                  <a:srgbClr val="787873"/>
                </a:solidFill>
                <a:latin typeface="Aptos"/>
              </a:rPr>
              <a:t>の動きにフォロワーが追従するようにする</a:t>
            </a:r>
            <a:endParaRPr b="0">
              <a:solidFill>
                <a:srgbClr val="787873"/>
              </a:solidFill>
              <a:latin typeface="Aptos"/>
            </a:endParaRPr>
          </a:p>
        </p:txBody>
      </p:sp>
      <p:grpSp>
        <p:nvGrpSpPr>
          <p:cNvPr id="27" name="グループ化 26">
            <a:extLst>
              <a:ext uri="{FF2B5EF4-FFF2-40B4-BE49-F238E27FC236}">
                <a16:creationId xmlns:a16="http://schemas.microsoft.com/office/drawing/2014/main" id="{A62029D8-A74A-E363-9D33-0CBF5B1CF04A}"/>
              </a:ext>
            </a:extLst>
          </p:cNvPr>
          <p:cNvGrpSpPr/>
          <p:nvPr/>
        </p:nvGrpSpPr>
        <p:grpSpPr>
          <a:xfrm>
            <a:off x="1452745" y="2212848"/>
            <a:ext cx="2331720" cy="1572768"/>
            <a:chOff x="3538728" y="2212848"/>
            <a:chExt cx="2331720" cy="1572768"/>
          </a:xfrm>
        </p:grpSpPr>
        <p:sp>
          <p:nvSpPr>
            <p:cNvPr id="12" name="Rectangle 11"/>
            <p:cNvSpPr/>
            <p:nvPr/>
          </p:nvSpPr>
          <p:spPr>
            <a:xfrm>
              <a:off x="3538728" y="2212848"/>
              <a:ext cx="2331720" cy="1572768"/>
            </a:xfrm>
            <a:prstGeom prst="rect">
              <a:avLst/>
            </a:prstGeom>
            <a:solidFill>
              <a:srgbClr val="F6F6F2"/>
            </a:solidFill>
            <a:ln w="38100">
              <a:solidFill>
                <a:srgbClr val="FFA90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30168" y="2325630"/>
              <a:ext cx="2148840" cy="313932"/>
            </a:xfrm>
            <a:prstGeom prst="rect">
              <a:avLst/>
            </a:prstGeom>
            <a:noFill/>
          </p:spPr>
          <p:txBody>
            <a:bodyPr wrap="square" lIns="45720" tIns="18288" rIns="45720" bIns="18288" anchor="ctr">
              <a:spAutoFit/>
            </a:bodyPr>
            <a:lstStyle/>
            <a:p>
              <a:pPr algn="ctr"/>
              <a:r>
                <a:rPr b="1">
                  <a:solidFill>
                    <a:srgbClr val="FFA900"/>
                  </a:solidFill>
                  <a:latin typeface="Aptos"/>
                </a:rPr>
                <a:t>0</a:t>
              </a:r>
              <a:r>
                <a:rPr lang="en-US" altLang="ja-JP" b="1">
                  <a:solidFill>
                    <a:srgbClr val="FFA900"/>
                  </a:solidFill>
                  <a:latin typeface="Aptos"/>
                </a:rPr>
                <a:t>1</a:t>
              </a:r>
              <a:endParaRPr b="1">
                <a:solidFill>
                  <a:srgbClr val="FFA900"/>
                </a:solidFill>
                <a:latin typeface="Aptos"/>
              </a:endParaRPr>
            </a:p>
          </p:txBody>
        </p:sp>
        <p:sp>
          <p:nvSpPr>
            <p:cNvPr id="14" name="TextBox 13"/>
            <p:cNvSpPr txBox="1"/>
            <p:nvPr/>
          </p:nvSpPr>
          <p:spPr>
            <a:xfrm>
              <a:off x="3630168" y="2670048"/>
              <a:ext cx="2148840" cy="411480"/>
            </a:xfrm>
            <a:prstGeom prst="rect">
              <a:avLst/>
            </a:prstGeom>
            <a:noFill/>
          </p:spPr>
          <p:txBody>
            <a:bodyPr wrap="square" lIns="45720" tIns="18288" rIns="45720" bIns="18288" anchor="ctr">
              <a:spAutoFit/>
            </a:bodyPr>
            <a:lstStyle/>
            <a:p>
              <a:pPr algn="ctr"/>
              <a:r>
                <a:rPr sz="1600" b="1">
                  <a:solidFill>
                    <a:srgbClr val="191919"/>
                  </a:solidFill>
                  <a:latin typeface="Aptos"/>
                </a:rPr>
                <a:t>初期姿勢に合わせる</a:t>
              </a:r>
            </a:p>
          </p:txBody>
        </p:sp>
        <p:sp>
          <p:nvSpPr>
            <p:cNvPr id="15" name="TextBox 14"/>
            <p:cNvSpPr txBox="1"/>
            <p:nvPr/>
          </p:nvSpPr>
          <p:spPr>
            <a:xfrm>
              <a:off x="3648456" y="3298463"/>
              <a:ext cx="2103120" cy="206210"/>
            </a:xfrm>
            <a:prstGeom prst="rect">
              <a:avLst/>
            </a:prstGeom>
            <a:noFill/>
          </p:spPr>
          <p:txBody>
            <a:bodyPr wrap="square" lIns="45720" tIns="18288" rIns="45720" bIns="18288" anchor="ctr">
              <a:spAutoFit/>
            </a:bodyPr>
            <a:lstStyle/>
            <a:p>
              <a:pPr algn="ctr"/>
              <a:r>
                <a:rPr sz="1050" b="0" err="1">
                  <a:solidFill>
                    <a:srgbClr val="787873"/>
                  </a:solidFill>
                  <a:latin typeface="Aptos"/>
                </a:rPr>
                <a:t>規定の姿勢にしてから開始</a:t>
              </a:r>
              <a:endParaRPr sz="1050" b="0">
                <a:solidFill>
                  <a:srgbClr val="787873"/>
                </a:solidFill>
                <a:latin typeface="Aptos"/>
              </a:endParaRPr>
            </a:p>
          </p:txBody>
        </p:sp>
      </p:grpSp>
      <p:cxnSp>
        <p:nvCxnSpPr>
          <p:cNvPr id="16" name="Connector 15"/>
          <p:cNvCxnSpPr>
            <a:cxnSpLocks/>
            <a:stCxn id="12" idx="3"/>
          </p:cNvCxnSpPr>
          <p:nvPr/>
        </p:nvCxnSpPr>
        <p:spPr>
          <a:xfrm>
            <a:off x="3784465" y="2999232"/>
            <a:ext cx="1164150"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grpSp>
        <p:nvGrpSpPr>
          <p:cNvPr id="28" name="グループ化 27">
            <a:extLst>
              <a:ext uri="{FF2B5EF4-FFF2-40B4-BE49-F238E27FC236}">
                <a16:creationId xmlns:a16="http://schemas.microsoft.com/office/drawing/2014/main" id="{92890A1B-B2C0-A592-BCAF-2E54ABDDAB9F}"/>
              </a:ext>
            </a:extLst>
          </p:cNvPr>
          <p:cNvGrpSpPr/>
          <p:nvPr/>
        </p:nvGrpSpPr>
        <p:grpSpPr>
          <a:xfrm>
            <a:off x="4948615" y="2212848"/>
            <a:ext cx="2331720" cy="1572768"/>
            <a:chOff x="6391656" y="2212848"/>
            <a:chExt cx="2331720" cy="1572768"/>
          </a:xfrm>
        </p:grpSpPr>
        <p:sp>
          <p:nvSpPr>
            <p:cNvPr id="17" name="Rectangle 16"/>
            <p:cNvSpPr/>
            <p:nvPr/>
          </p:nvSpPr>
          <p:spPr>
            <a:xfrm>
              <a:off x="6391656" y="2212848"/>
              <a:ext cx="2331720" cy="1572768"/>
            </a:xfrm>
            <a:prstGeom prst="rect">
              <a:avLst/>
            </a:prstGeom>
            <a:solidFill>
              <a:srgbClr val="F6F6F2"/>
            </a:solidFill>
            <a:ln>
              <a:solidFill>
                <a:srgbClr val="F6F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83096" y="2325630"/>
              <a:ext cx="2148840" cy="313932"/>
            </a:xfrm>
            <a:prstGeom prst="rect">
              <a:avLst/>
            </a:prstGeom>
            <a:noFill/>
          </p:spPr>
          <p:txBody>
            <a:bodyPr wrap="square" lIns="45720" tIns="18288" rIns="45720" bIns="18288" anchor="ctr">
              <a:spAutoFit/>
            </a:bodyPr>
            <a:lstStyle/>
            <a:p>
              <a:pPr algn="ctr"/>
              <a:r>
                <a:rPr b="1">
                  <a:solidFill>
                    <a:srgbClr val="FFA900"/>
                  </a:solidFill>
                  <a:latin typeface="Aptos"/>
                </a:rPr>
                <a:t>02</a:t>
              </a:r>
            </a:p>
          </p:txBody>
        </p:sp>
        <p:sp>
          <p:nvSpPr>
            <p:cNvPr id="19" name="TextBox 18"/>
            <p:cNvSpPr txBox="1"/>
            <p:nvPr/>
          </p:nvSpPr>
          <p:spPr>
            <a:xfrm>
              <a:off x="6483096" y="2670048"/>
              <a:ext cx="2148840" cy="411480"/>
            </a:xfrm>
            <a:prstGeom prst="rect">
              <a:avLst/>
            </a:prstGeom>
            <a:noFill/>
          </p:spPr>
          <p:txBody>
            <a:bodyPr wrap="square" lIns="45720" tIns="18288" rIns="45720" bIns="18288" anchor="ctr">
              <a:spAutoFit/>
            </a:bodyPr>
            <a:lstStyle/>
            <a:p>
              <a:pPr algn="ctr"/>
              <a:r>
                <a:rPr sz="1600" b="1">
                  <a:solidFill>
                    <a:srgbClr val="191919"/>
                  </a:solidFill>
                  <a:latin typeface="Aptos"/>
                </a:rPr>
                <a:t>可動域の記録</a:t>
              </a:r>
            </a:p>
          </p:txBody>
        </p:sp>
        <p:sp>
          <p:nvSpPr>
            <p:cNvPr id="20" name="TextBox 19"/>
            <p:cNvSpPr txBox="1"/>
            <p:nvPr/>
          </p:nvSpPr>
          <p:spPr>
            <a:xfrm>
              <a:off x="6501384" y="3298463"/>
              <a:ext cx="2103120" cy="206210"/>
            </a:xfrm>
            <a:prstGeom prst="rect">
              <a:avLst/>
            </a:prstGeom>
            <a:noFill/>
          </p:spPr>
          <p:txBody>
            <a:bodyPr wrap="square" lIns="45720" tIns="18288" rIns="45720" bIns="18288" anchor="ctr">
              <a:spAutoFit/>
            </a:bodyPr>
            <a:lstStyle/>
            <a:p>
              <a:pPr algn="ctr"/>
              <a:r>
                <a:rPr sz="1050" b="0">
                  <a:solidFill>
                    <a:srgbClr val="787873"/>
                  </a:solidFill>
                  <a:latin typeface="Aptos"/>
                </a:rPr>
                <a:t>各関節のMIN・MAXを記録</a:t>
              </a:r>
            </a:p>
          </p:txBody>
        </p:sp>
      </p:grpSp>
      <p:cxnSp>
        <p:nvCxnSpPr>
          <p:cNvPr id="21" name="Connector 20"/>
          <p:cNvCxnSpPr>
            <a:cxnSpLocks/>
            <a:stCxn id="17" idx="3"/>
            <a:endCxn id="22" idx="1"/>
          </p:cNvCxnSpPr>
          <p:nvPr/>
        </p:nvCxnSpPr>
        <p:spPr>
          <a:xfrm>
            <a:off x="7280335" y="2999232"/>
            <a:ext cx="1164150"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grpSp>
        <p:nvGrpSpPr>
          <p:cNvPr id="29" name="グループ化 28">
            <a:extLst>
              <a:ext uri="{FF2B5EF4-FFF2-40B4-BE49-F238E27FC236}">
                <a16:creationId xmlns:a16="http://schemas.microsoft.com/office/drawing/2014/main" id="{44043890-AD2C-9B62-077F-B95A30B46CDA}"/>
              </a:ext>
            </a:extLst>
          </p:cNvPr>
          <p:cNvGrpSpPr/>
          <p:nvPr/>
        </p:nvGrpSpPr>
        <p:grpSpPr>
          <a:xfrm>
            <a:off x="8444485" y="2212848"/>
            <a:ext cx="2331720" cy="1572768"/>
            <a:chOff x="9244584" y="2212848"/>
            <a:chExt cx="2331720" cy="1572768"/>
          </a:xfrm>
        </p:grpSpPr>
        <p:sp>
          <p:nvSpPr>
            <p:cNvPr id="22" name="Rectangle 21"/>
            <p:cNvSpPr/>
            <p:nvPr/>
          </p:nvSpPr>
          <p:spPr>
            <a:xfrm>
              <a:off x="9244584" y="2212848"/>
              <a:ext cx="2331720" cy="1572768"/>
            </a:xfrm>
            <a:prstGeom prst="rect">
              <a:avLst/>
            </a:prstGeom>
            <a:solidFill>
              <a:srgbClr val="F6F6F2"/>
            </a:solidFill>
            <a:ln>
              <a:solidFill>
                <a:srgbClr val="F6F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336024" y="2325630"/>
              <a:ext cx="2148840" cy="313932"/>
            </a:xfrm>
            <a:prstGeom prst="rect">
              <a:avLst/>
            </a:prstGeom>
            <a:noFill/>
          </p:spPr>
          <p:txBody>
            <a:bodyPr wrap="square" lIns="45720" tIns="18288" rIns="45720" bIns="18288" anchor="ctr">
              <a:spAutoFit/>
            </a:bodyPr>
            <a:lstStyle/>
            <a:p>
              <a:pPr algn="ctr"/>
              <a:r>
                <a:rPr b="1">
                  <a:solidFill>
                    <a:srgbClr val="FFA900"/>
                  </a:solidFill>
                  <a:latin typeface="Aptos"/>
                </a:rPr>
                <a:t>0</a:t>
              </a:r>
              <a:r>
                <a:rPr lang="en-US" altLang="ja-JP" b="1">
                  <a:solidFill>
                    <a:srgbClr val="FFA900"/>
                  </a:solidFill>
                  <a:latin typeface="Aptos"/>
                </a:rPr>
                <a:t>3</a:t>
              </a:r>
              <a:endParaRPr b="1">
                <a:solidFill>
                  <a:srgbClr val="FFA900"/>
                </a:solidFill>
                <a:latin typeface="Aptos"/>
              </a:endParaRPr>
            </a:p>
          </p:txBody>
        </p:sp>
        <p:sp>
          <p:nvSpPr>
            <p:cNvPr id="24" name="TextBox 23"/>
            <p:cNvSpPr txBox="1"/>
            <p:nvPr/>
          </p:nvSpPr>
          <p:spPr>
            <a:xfrm>
              <a:off x="9336024" y="2670048"/>
              <a:ext cx="2148840" cy="411480"/>
            </a:xfrm>
            <a:prstGeom prst="rect">
              <a:avLst/>
            </a:prstGeom>
            <a:noFill/>
          </p:spPr>
          <p:txBody>
            <a:bodyPr wrap="square" lIns="45720" tIns="18288" rIns="45720" bIns="18288" anchor="ctr">
              <a:spAutoFit/>
            </a:bodyPr>
            <a:lstStyle/>
            <a:p>
              <a:pPr algn="ctr"/>
              <a:r>
                <a:rPr sz="1600" b="1">
                  <a:solidFill>
                    <a:srgbClr val="191919"/>
                  </a:solidFill>
                  <a:latin typeface="Aptos"/>
                </a:rPr>
                <a:t>動作確認</a:t>
              </a:r>
            </a:p>
          </p:txBody>
        </p:sp>
        <p:sp>
          <p:nvSpPr>
            <p:cNvPr id="25" name="TextBox 24"/>
            <p:cNvSpPr txBox="1"/>
            <p:nvPr/>
          </p:nvSpPr>
          <p:spPr>
            <a:xfrm>
              <a:off x="9354311" y="3302310"/>
              <a:ext cx="2103120" cy="198516"/>
            </a:xfrm>
            <a:prstGeom prst="rect">
              <a:avLst/>
            </a:prstGeom>
            <a:noFill/>
          </p:spPr>
          <p:txBody>
            <a:bodyPr wrap="square" lIns="45720" tIns="18288" rIns="45720" bIns="18288" anchor="ctr">
              <a:spAutoFit/>
            </a:bodyPr>
            <a:lstStyle/>
            <a:p>
              <a:pPr algn="ctr"/>
              <a:r>
                <a:rPr sz="1050" b="0">
                  <a:solidFill>
                    <a:srgbClr val="787873"/>
                  </a:solidFill>
                  <a:latin typeface="Aptos"/>
                </a:rPr>
                <a:t>テレオペレーションで追従を確認</a:t>
              </a:r>
            </a:p>
          </p:txBody>
        </p:sp>
      </p:grpSp>
      <p:sp>
        <p:nvSpPr>
          <p:cNvPr id="30" name="スライド番号プレースホルダー 29">
            <a:extLst>
              <a:ext uri="{FF2B5EF4-FFF2-40B4-BE49-F238E27FC236}">
                <a16:creationId xmlns:a16="http://schemas.microsoft.com/office/drawing/2014/main" id="{54982393-90BF-98B3-FEF3-2C117B8B890E}"/>
              </a:ext>
            </a:extLst>
          </p:cNvPr>
          <p:cNvSpPr>
            <a:spLocks noGrp="1"/>
          </p:cNvSpPr>
          <p:nvPr>
            <p:ph type="sldNum" sz="quarter" idx="12"/>
          </p:nvPr>
        </p:nvSpPr>
        <p:spPr/>
        <p:txBody>
          <a:bodyPr lIns="91440" tIns="45720" rIns="91440" bIns="45720" anchor="t"/>
          <a:lstStyle/>
          <a:p>
            <a:pPr algn="r"/>
            <a:fld id="{C1FF6DA9-008F-8B48-92A6-B652298478BF}" type="slidenum">
              <a:rPr lang="en-US" smtClean="0"/>
              <a:pPr algn="r"/>
              <a:t>7</a:t>
            </a:fld>
            <a:endParaRPr lang="en-US"/>
          </a:p>
        </p:txBody>
      </p:sp>
      <p:sp>
        <p:nvSpPr>
          <p:cNvPr id="100" name="TextBox 4"/>
          <p:cNvSpPr txBox="1"/>
          <p:nvPr/>
        </p:nvSpPr>
        <p:spPr>
          <a:xfrm>
            <a:off x="1005840" y="1823019"/>
            <a:ext cx="3657600" cy="313932"/>
          </a:xfrm>
          <a:prstGeom prst="rect">
            <a:avLst/>
          </a:prstGeom>
          <a:noFill/>
        </p:spPr>
        <p:txBody>
          <a:bodyPr wrap="square" lIns="45720" tIns="18288" rIns="45720" bIns="18288" anchor="ctr">
            <a:spAutoFit/>
          </a:bodyPr>
          <a:lstStyle/>
          <a:p>
            <a:pPr algn="l"/>
            <a:r>
              <a:rPr b="1" err="1">
                <a:solidFill>
                  <a:srgbClr val="FFA900"/>
                </a:solidFill>
                <a:latin typeface="Aptos"/>
              </a:rPr>
              <a:t>方法</a:t>
            </a:r>
            <a:endParaRPr b="1">
              <a:solidFill>
                <a:srgbClr val="FFA900"/>
              </a:solidFill>
              <a:latin typeface="Aptos"/>
            </a:endParaRPr>
          </a:p>
        </p:txBody>
      </p:sp>
      <p:sp>
        <p:nvSpPr>
          <p:cNvPr id="101" name="TextBox 4"/>
          <p:cNvSpPr txBox="1"/>
          <p:nvPr/>
        </p:nvSpPr>
        <p:spPr>
          <a:xfrm>
            <a:off x="1005840" y="4106119"/>
            <a:ext cx="4572000" cy="313932"/>
          </a:xfrm>
          <a:prstGeom prst="rect">
            <a:avLst/>
          </a:prstGeom>
          <a:noFill/>
        </p:spPr>
        <p:txBody>
          <a:bodyPr wrap="square" lIns="45720" tIns="18288" rIns="45720" bIns="18288" anchor="ctr">
            <a:spAutoFit/>
          </a:bodyPr>
          <a:lstStyle/>
          <a:p>
            <a:pPr algn="l"/>
            <a:r>
              <a:rPr b="1" err="1">
                <a:solidFill>
                  <a:srgbClr val="FFA900"/>
                </a:solidFill>
                <a:latin typeface="Aptos"/>
              </a:rPr>
              <a:t>つまずいた点</a:t>
            </a:r>
            <a:endParaRPr b="1">
              <a:solidFill>
                <a:srgbClr val="FFA900"/>
              </a:solidFill>
              <a:latin typeface="Aptos"/>
            </a:endParaRPr>
          </a:p>
        </p:txBody>
      </p:sp>
      <p:sp>
        <p:nvSpPr>
          <p:cNvPr id="102" name="TextBox 5"/>
          <p:cNvSpPr txBox="1"/>
          <p:nvPr/>
        </p:nvSpPr>
        <p:spPr>
          <a:xfrm>
            <a:off x="1048703" y="5774770"/>
            <a:ext cx="2194560" cy="206210"/>
          </a:xfrm>
          <a:prstGeom prst="rect">
            <a:avLst/>
          </a:prstGeom>
          <a:noFill/>
        </p:spPr>
        <p:txBody>
          <a:bodyPr wrap="square" lIns="45720" tIns="18288" rIns="45720" bIns="18288" anchor="ctr">
            <a:spAutoFit/>
          </a:bodyPr>
          <a:lstStyle/>
          <a:p>
            <a:pPr algn="ctr"/>
            <a:r>
              <a:rPr sz="1100" b="0" err="1">
                <a:solidFill>
                  <a:srgbClr val="787873"/>
                </a:solidFill>
                <a:latin typeface="Aptos"/>
              </a:rPr>
              <a:t>規定の初期姿勢</a:t>
            </a:r>
            <a:endParaRPr sz="1100" b="0">
              <a:solidFill>
                <a:srgbClr val="787873"/>
              </a:solidFill>
              <a:latin typeface="Aptos"/>
            </a:endParaRPr>
          </a:p>
        </p:txBody>
      </p:sp>
      <p:sp>
        <p:nvSpPr>
          <p:cNvPr id="103" name="TextBox 4"/>
          <p:cNvSpPr txBox="1"/>
          <p:nvPr/>
        </p:nvSpPr>
        <p:spPr>
          <a:xfrm>
            <a:off x="3531053" y="4306739"/>
            <a:ext cx="8092440" cy="313932"/>
          </a:xfrm>
          <a:prstGeom prst="rect">
            <a:avLst/>
          </a:prstGeom>
          <a:noFill/>
        </p:spPr>
        <p:txBody>
          <a:bodyPr wrap="square" lIns="45720" tIns="18288" rIns="45720" bIns="18288" anchor="ctr">
            <a:spAutoFit/>
          </a:bodyPr>
          <a:lstStyle/>
          <a:p>
            <a:pPr algn="l"/>
            <a:r>
              <a:rPr b="1">
                <a:solidFill>
                  <a:srgbClr val="191919"/>
                </a:solidFill>
                <a:latin typeface="Aptos"/>
              </a:rPr>
              <a:t>① </a:t>
            </a:r>
            <a:r>
              <a:rPr b="1" err="1">
                <a:solidFill>
                  <a:srgbClr val="191919"/>
                </a:solidFill>
                <a:latin typeface="Aptos"/>
              </a:rPr>
              <a:t>初期姿勢を取らずに開始した</a:t>
            </a:r>
            <a:endParaRPr b="1">
              <a:solidFill>
                <a:srgbClr val="191919"/>
              </a:solidFill>
              <a:latin typeface="Aptos"/>
            </a:endParaRPr>
          </a:p>
        </p:txBody>
      </p:sp>
      <p:sp>
        <p:nvSpPr>
          <p:cNvPr id="104" name="TextBox 5"/>
          <p:cNvSpPr txBox="1"/>
          <p:nvPr/>
        </p:nvSpPr>
        <p:spPr>
          <a:xfrm>
            <a:off x="3531053" y="4733608"/>
            <a:ext cx="8092440" cy="283154"/>
          </a:xfrm>
          <a:prstGeom prst="rect">
            <a:avLst/>
          </a:prstGeom>
          <a:noFill/>
        </p:spPr>
        <p:txBody>
          <a:bodyPr wrap="square" lIns="45720" tIns="18288" rIns="45720" bIns="18288" anchor="ctr">
            <a:spAutoFit/>
          </a:bodyPr>
          <a:lstStyle/>
          <a:p>
            <a:pPr algn="l"/>
            <a:r>
              <a:rPr sz="1600" b="0" err="1">
                <a:solidFill>
                  <a:srgbClr val="787873"/>
                </a:solidFill>
                <a:latin typeface="Aptos"/>
              </a:rPr>
              <a:t>各関節の可動域の最大・最小がずれたため規定の姿勢に合わせ直してやり直した</a:t>
            </a:r>
            <a:endParaRPr sz="1600" b="0">
              <a:solidFill>
                <a:srgbClr val="787873"/>
              </a:solidFill>
              <a:latin typeface="Aptos"/>
            </a:endParaRPr>
          </a:p>
        </p:txBody>
      </p:sp>
      <p:sp>
        <p:nvSpPr>
          <p:cNvPr id="105" name="TextBox 4"/>
          <p:cNvSpPr txBox="1"/>
          <p:nvPr/>
        </p:nvSpPr>
        <p:spPr>
          <a:xfrm>
            <a:off x="3531053" y="5088995"/>
            <a:ext cx="8092440" cy="313932"/>
          </a:xfrm>
          <a:prstGeom prst="rect">
            <a:avLst/>
          </a:prstGeom>
          <a:noFill/>
        </p:spPr>
        <p:txBody>
          <a:bodyPr wrap="square" lIns="45720" tIns="18288" rIns="45720" bIns="18288" anchor="ctr">
            <a:spAutoFit/>
          </a:bodyPr>
          <a:lstStyle/>
          <a:p>
            <a:pPr algn="l"/>
            <a:r>
              <a:rPr b="1">
                <a:solidFill>
                  <a:srgbClr val="191919"/>
                </a:solidFill>
                <a:latin typeface="Aptos"/>
              </a:rPr>
              <a:t>② </a:t>
            </a:r>
            <a:r>
              <a:rPr b="1" err="1">
                <a:solidFill>
                  <a:srgbClr val="191919"/>
                </a:solidFill>
                <a:latin typeface="Aptos"/>
              </a:rPr>
              <a:t>IDを割り振るコマンドを誤って実行した</a:t>
            </a:r>
            <a:endParaRPr b="1">
              <a:solidFill>
                <a:srgbClr val="191919"/>
              </a:solidFill>
              <a:latin typeface="Aptos"/>
            </a:endParaRPr>
          </a:p>
        </p:txBody>
      </p:sp>
      <p:sp>
        <p:nvSpPr>
          <p:cNvPr id="106" name="TextBox 5"/>
          <p:cNvSpPr txBox="1"/>
          <p:nvPr/>
        </p:nvSpPr>
        <p:spPr>
          <a:xfrm>
            <a:off x="3531053" y="5515864"/>
            <a:ext cx="8092440" cy="283154"/>
          </a:xfrm>
          <a:prstGeom prst="rect">
            <a:avLst/>
          </a:prstGeom>
          <a:noFill/>
        </p:spPr>
        <p:txBody>
          <a:bodyPr wrap="square" lIns="45720" tIns="18288" rIns="45720" bIns="18288" anchor="ctr">
            <a:spAutoFit/>
          </a:bodyPr>
          <a:lstStyle/>
          <a:p>
            <a:pPr algn="l"/>
            <a:r>
              <a:rPr sz="1600" b="0">
                <a:solidFill>
                  <a:srgbClr val="787873"/>
                </a:solidFill>
                <a:latin typeface="Aptos"/>
              </a:rPr>
              <a:t>モータIDの1番が6番と認識されすべてのモータのID割り振りがやり直しになった</a:t>
            </a:r>
          </a:p>
        </p:txBody>
      </p:sp>
      <p:pic>
        <p:nvPicPr>
          <p:cNvPr id="26" name="図 25">
            <a:extLst>
              <a:ext uri="{FF2B5EF4-FFF2-40B4-BE49-F238E27FC236}">
                <a16:creationId xmlns:a16="http://schemas.microsoft.com/office/drawing/2014/main" id="{340CA8B4-57EA-C6A2-CDAF-033C7877C901}"/>
              </a:ext>
            </a:extLst>
          </p:cNvPr>
          <p:cNvPicPr>
            <a:picLocks noChangeAspect="1"/>
          </p:cNvPicPr>
          <p:nvPr/>
        </p:nvPicPr>
        <p:blipFill>
          <a:blip r:embed="rId4"/>
          <a:srcRect l="22572" t="3771" r="14668" b="42107"/>
          <a:stretch>
            <a:fillRect/>
          </a:stretch>
        </p:blipFill>
        <p:spPr>
          <a:xfrm>
            <a:off x="1002983" y="4165537"/>
            <a:ext cx="2350008" cy="1568444"/>
          </a:xfrm>
          <a:prstGeom prst="rect">
            <a:avLst/>
          </a:prstGeom>
        </p:spPr>
      </p:pic>
    </p:spTree>
    <p:extLst>
      <p:ext uri="{BB962C8B-B14F-4D97-AF65-F5344CB8AC3E}">
        <p14:creationId xmlns:p14="http://schemas.microsoft.com/office/powerpoint/2010/main" val="1854210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75488" y="256032"/>
            <a:ext cx="2377440" cy="201168"/>
          </a:xfrm>
          <a:prstGeom prst="rect">
            <a:avLst/>
          </a:prstGeom>
          <a:noFill/>
          <a:ln/>
        </p:spPr>
        <p:txBody>
          <a:bodyPr wrap="square" lIns="0" tIns="0" rIns="0" bIns="0" rtlCol="0" anchor="ctr"/>
          <a:lstStyle/>
          <a:p>
            <a:pPr marL="0" indent="0">
              <a:buNone/>
            </a:pPr>
            <a:r>
              <a:rPr lang="en-US" sz="900" b="1">
                <a:solidFill>
                  <a:srgbClr val="FFA900"/>
                </a:solidFill>
                <a:latin typeface="Aptos"/>
                <a:ea typeface="Aptos" pitchFamily="34" charset="-122"/>
                <a:cs typeface="Aptos" pitchFamily="34" charset="-120"/>
              </a:rPr>
              <a:t>07 / LEARNING FLOW</a:t>
            </a:r>
            <a:endParaRPr lang="en-US" sz="900">
              <a:latin typeface="Aptos"/>
            </a:endParaRPr>
          </a:p>
        </p:txBody>
      </p:sp>
      <p:sp>
        <p:nvSpPr>
          <p:cNvPr id="3" name="Text 1"/>
          <p:cNvSpPr/>
          <p:nvPr/>
        </p:nvSpPr>
        <p:spPr>
          <a:xfrm>
            <a:off x="475488" y="566928"/>
            <a:ext cx="7680960" cy="411480"/>
          </a:xfrm>
          <a:prstGeom prst="rect">
            <a:avLst/>
          </a:prstGeom>
          <a:noFill/>
          <a:ln/>
        </p:spPr>
        <p:txBody>
          <a:bodyPr wrap="square" lIns="0" tIns="0" rIns="0" bIns="0" rtlCol="0" anchor="ctr"/>
          <a:lstStyle/>
          <a:p>
            <a:pPr marL="0" indent="0">
              <a:buNone/>
            </a:pPr>
            <a:r>
              <a:rPr lang="en-US" sz="2400" b="1">
                <a:solidFill>
                  <a:srgbClr val="191919"/>
                </a:solidFill>
                <a:latin typeface="Yu Gothic" pitchFamily="34" charset="0"/>
                <a:ea typeface="Yu Gothic" pitchFamily="34" charset="-122"/>
                <a:cs typeface="Yu Gothic" pitchFamily="34" charset="-120"/>
              </a:rPr>
              <a:t>学習フェーズの全体像</a:t>
            </a:r>
            <a:endParaRPr lang="en-US" sz="2400"/>
          </a:p>
        </p:txBody>
      </p:sp>
      <p:sp>
        <p:nvSpPr>
          <p:cNvPr id="4" name="Text 2"/>
          <p:cNvSpPr/>
          <p:nvPr/>
        </p:nvSpPr>
        <p:spPr>
          <a:xfrm>
            <a:off x="475488" y="1028700"/>
            <a:ext cx="8046720" cy="274320"/>
          </a:xfrm>
          <a:prstGeom prst="rect">
            <a:avLst/>
          </a:prstGeom>
          <a:noFill/>
          <a:ln/>
        </p:spPr>
        <p:txBody>
          <a:bodyPr wrap="square" lIns="0" tIns="0" rIns="0" bIns="0" rtlCol="0" anchor="ctr"/>
          <a:lstStyle/>
          <a:p>
            <a:pPr marL="0" indent="0">
              <a:buNone/>
            </a:pPr>
            <a:r>
              <a:rPr lang="en-US" sz="1050">
                <a:solidFill>
                  <a:srgbClr val="787873"/>
                </a:solidFill>
                <a:latin typeface="Yu Gothic" pitchFamily="34" charset="0"/>
                <a:ea typeface="Yu Gothic" pitchFamily="34" charset="-122"/>
                <a:cs typeface="Yu Gothic" pitchFamily="34" charset="-120"/>
              </a:rPr>
              <a:t>前半の準備工程から、データ収録・モデル作成・実機評価へ</a:t>
            </a:r>
            <a:endParaRPr lang="en-US" sz="1050"/>
          </a:p>
        </p:txBody>
      </p:sp>
      <p:sp>
        <p:nvSpPr>
          <p:cNvPr id="10" name="Shape 8"/>
          <p:cNvSpPr/>
          <p:nvPr/>
        </p:nvSpPr>
        <p:spPr>
          <a:xfrm>
            <a:off x="2395728" y="2990088"/>
            <a:ext cx="283464" cy="0"/>
          </a:xfrm>
          <a:prstGeom prst="line">
            <a:avLst/>
          </a:prstGeom>
          <a:noFill/>
          <a:ln w="27940">
            <a:solidFill>
              <a:srgbClr val="FFA900"/>
            </a:solidFill>
            <a:prstDash val="solid"/>
            <a:headEnd type="none"/>
            <a:tailEnd type="triangle"/>
          </a:ln>
        </p:spPr>
        <p:txBody>
          <a:bodyPr/>
          <a:lstStyle/>
          <a:p>
            <a:endParaRPr lang="ja-JP" altLang="en-US"/>
          </a:p>
        </p:txBody>
      </p:sp>
      <p:sp>
        <p:nvSpPr>
          <p:cNvPr id="11" name="Shape 9"/>
          <p:cNvSpPr/>
          <p:nvPr/>
        </p:nvSpPr>
        <p:spPr>
          <a:xfrm>
            <a:off x="484632" y="1961388"/>
            <a:ext cx="1783080" cy="2057400"/>
          </a:xfrm>
          <a:prstGeom prst="roundRect">
            <a:avLst>
              <a:gd name="adj" fmla="val 4103"/>
            </a:avLst>
          </a:prstGeom>
          <a:solidFill>
            <a:srgbClr val="FAFAF7"/>
          </a:solidFill>
          <a:ln w="10160">
            <a:solidFill>
              <a:srgbClr val="DCDCD6"/>
            </a:solidFill>
            <a:prstDash val="solid"/>
          </a:ln>
        </p:spPr>
        <p:txBody>
          <a:bodyPr/>
          <a:lstStyle/>
          <a:p>
            <a:endParaRPr lang="ja-JP" altLang="en-US"/>
          </a:p>
        </p:txBody>
      </p:sp>
      <p:sp>
        <p:nvSpPr>
          <p:cNvPr id="12" name="Shape 10"/>
          <p:cNvSpPr/>
          <p:nvPr/>
        </p:nvSpPr>
        <p:spPr>
          <a:xfrm>
            <a:off x="649224" y="2135124"/>
            <a:ext cx="475488" cy="310896"/>
          </a:xfrm>
          <a:prstGeom prst="roundRect">
            <a:avLst>
              <a:gd name="adj" fmla="val 23529"/>
            </a:avLst>
          </a:prstGeom>
          <a:solidFill>
            <a:srgbClr val="FFA900"/>
          </a:solidFill>
          <a:ln w="12700">
            <a:solidFill>
              <a:srgbClr val="FFA900"/>
            </a:solidFill>
            <a:prstDash val="solid"/>
          </a:ln>
        </p:spPr>
        <p:txBody>
          <a:bodyPr/>
          <a:lstStyle/>
          <a:p>
            <a:endParaRPr lang="ja-JP" altLang="en-US"/>
          </a:p>
        </p:txBody>
      </p:sp>
      <p:sp>
        <p:nvSpPr>
          <p:cNvPr id="13" name="Text 11"/>
          <p:cNvSpPr/>
          <p:nvPr/>
        </p:nvSpPr>
        <p:spPr>
          <a:xfrm>
            <a:off x="649224" y="2144268"/>
            <a:ext cx="475488" cy="274320"/>
          </a:xfrm>
          <a:prstGeom prst="rect">
            <a:avLst/>
          </a:prstGeom>
          <a:noFill/>
          <a:ln/>
        </p:spPr>
        <p:txBody>
          <a:bodyPr wrap="square" lIns="0" tIns="0" rIns="0" bIns="0" rtlCol="0" anchor="ctr"/>
          <a:lstStyle/>
          <a:p>
            <a:pPr marL="0" indent="0" algn="ctr">
              <a:buNone/>
            </a:pPr>
            <a:r>
              <a:rPr lang="en-US" sz="1000" b="1">
                <a:solidFill>
                  <a:srgbClr val="191919"/>
                </a:solidFill>
                <a:latin typeface="Aptos" pitchFamily="34" charset="0"/>
                <a:ea typeface="Aptos" pitchFamily="34" charset="-122"/>
                <a:cs typeface="Aptos" pitchFamily="34" charset="-120"/>
              </a:rPr>
              <a:t>01</a:t>
            </a:r>
            <a:endParaRPr lang="en-US" sz="1000"/>
          </a:p>
        </p:txBody>
      </p:sp>
      <p:sp>
        <p:nvSpPr>
          <p:cNvPr id="14" name="Text 12"/>
          <p:cNvSpPr/>
          <p:nvPr/>
        </p:nvSpPr>
        <p:spPr>
          <a:xfrm>
            <a:off x="649224" y="2674620"/>
            <a:ext cx="1463040" cy="329184"/>
          </a:xfrm>
          <a:prstGeom prst="rect">
            <a:avLst/>
          </a:prstGeom>
          <a:noFill/>
          <a:ln/>
        </p:spPr>
        <p:txBody>
          <a:bodyPr wrap="square" lIns="0" tIns="0" rIns="0" bIns="0" rtlCol="0" anchor="ctr"/>
          <a:lstStyle/>
          <a:p>
            <a:pPr marL="0" indent="0">
              <a:buNone/>
            </a:pPr>
            <a:r>
              <a:rPr lang="en-US" sz="1400" b="1">
                <a:solidFill>
                  <a:srgbClr val="191919"/>
                </a:solidFill>
                <a:latin typeface="Yu Gothic" pitchFamily="34" charset="0"/>
                <a:ea typeface="Yu Gothic" pitchFamily="34" charset="-122"/>
                <a:cs typeface="Yu Gothic" pitchFamily="34" charset="-120"/>
              </a:rPr>
              <a:t>2カメラ化</a:t>
            </a:r>
            <a:endParaRPr lang="en-US" sz="1400"/>
          </a:p>
        </p:txBody>
      </p:sp>
      <p:sp>
        <p:nvSpPr>
          <p:cNvPr id="15" name="Text 13"/>
          <p:cNvSpPr/>
          <p:nvPr/>
        </p:nvSpPr>
        <p:spPr>
          <a:xfrm>
            <a:off x="649224" y="3122676"/>
            <a:ext cx="1463040" cy="658368"/>
          </a:xfrm>
          <a:prstGeom prst="rect">
            <a:avLst/>
          </a:prstGeom>
          <a:noFill/>
          <a:ln/>
        </p:spPr>
        <p:txBody>
          <a:bodyPr wrap="square" lIns="0" tIns="0" rIns="0" bIns="0" rtlCol="0" anchor="ctr"/>
          <a:lstStyle/>
          <a:p>
            <a:pPr marL="0" indent="0" algn="l">
              <a:buNone/>
            </a:pPr>
            <a:r>
              <a:rPr lang="en-US" sz="1050">
                <a:solidFill>
                  <a:srgbClr val="787873"/>
                </a:solidFill>
                <a:latin typeface="Yu Gothic" pitchFamily="34" charset="0"/>
                <a:ea typeface="Yu Gothic" pitchFamily="34" charset="-122"/>
                <a:cs typeface="Yu Gothic" pitchFamily="34" charset="-120"/>
              </a:rPr>
              <a:t>手元 + 俯瞰の</a:t>
            </a:r>
            <a:endParaRPr lang="en-US" sz="1050"/>
          </a:p>
          <a:p>
            <a:pPr marL="0" indent="0" algn="l">
              <a:buNone/>
            </a:pPr>
            <a:r>
              <a:rPr lang="en-US" sz="1050">
                <a:solidFill>
                  <a:srgbClr val="787873"/>
                </a:solidFill>
                <a:latin typeface="Yu Gothic" pitchFamily="34" charset="0"/>
                <a:ea typeface="Yu Gothic" pitchFamily="34" charset="-122"/>
                <a:cs typeface="Yu Gothic" pitchFamily="34" charset="-120"/>
              </a:rPr>
              <a:t>2視点を同時記録</a:t>
            </a:r>
            <a:endParaRPr lang="en-US" sz="1050"/>
          </a:p>
        </p:txBody>
      </p:sp>
      <p:sp>
        <p:nvSpPr>
          <p:cNvPr id="16" name="Shape 14"/>
          <p:cNvSpPr/>
          <p:nvPr/>
        </p:nvSpPr>
        <p:spPr>
          <a:xfrm>
            <a:off x="4590288" y="2990088"/>
            <a:ext cx="283464" cy="0"/>
          </a:xfrm>
          <a:prstGeom prst="line">
            <a:avLst/>
          </a:prstGeom>
          <a:noFill/>
          <a:ln w="27940">
            <a:solidFill>
              <a:srgbClr val="FFA900"/>
            </a:solidFill>
            <a:prstDash val="solid"/>
            <a:headEnd type="none"/>
            <a:tailEnd type="triangle"/>
          </a:ln>
        </p:spPr>
        <p:txBody>
          <a:bodyPr/>
          <a:lstStyle/>
          <a:p>
            <a:endParaRPr lang="ja-JP" altLang="en-US"/>
          </a:p>
        </p:txBody>
      </p:sp>
      <p:sp>
        <p:nvSpPr>
          <p:cNvPr id="22" name="Shape 20"/>
          <p:cNvSpPr/>
          <p:nvPr/>
        </p:nvSpPr>
        <p:spPr>
          <a:xfrm>
            <a:off x="6784848" y="2990088"/>
            <a:ext cx="283464" cy="0"/>
          </a:xfrm>
          <a:prstGeom prst="line">
            <a:avLst/>
          </a:prstGeom>
          <a:noFill/>
          <a:ln w="27940">
            <a:solidFill>
              <a:srgbClr val="FFA900"/>
            </a:solidFill>
            <a:prstDash val="solid"/>
            <a:headEnd type="none"/>
            <a:tailEnd type="triangle"/>
          </a:ln>
        </p:spPr>
        <p:txBody>
          <a:bodyPr/>
          <a:lstStyle/>
          <a:p>
            <a:endParaRPr lang="ja-JP" altLang="en-US"/>
          </a:p>
        </p:txBody>
      </p:sp>
      <p:sp>
        <p:nvSpPr>
          <p:cNvPr id="23" name="Shape 21"/>
          <p:cNvSpPr/>
          <p:nvPr/>
        </p:nvSpPr>
        <p:spPr>
          <a:xfrm>
            <a:off x="7178040" y="1965960"/>
            <a:ext cx="1783080" cy="2057400"/>
          </a:xfrm>
          <a:prstGeom prst="roundRect">
            <a:avLst>
              <a:gd name="adj" fmla="val 4103"/>
            </a:avLst>
          </a:prstGeom>
          <a:solidFill>
            <a:srgbClr val="FAFAF7"/>
          </a:solidFill>
          <a:ln w="10160">
            <a:solidFill>
              <a:srgbClr val="DCDCD6"/>
            </a:solidFill>
            <a:prstDash val="solid"/>
          </a:ln>
        </p:spPr>
        <p:txBody>
          <a:bodyPr/>
          <a:lstStyle/>
          <a:p>
            <a:endParaRPr lang="ja-JP" altLang="en-US"/>
          </a:p>
        </p:txBody>
      </p:sp>
      <p:sp>
        <p:nvSpPr>
          <p:cNvPr id="24" name="Shape 22"/>
          <p:cNvSpPr/>
          <p:nvPr/>
        </p:nvSpPr>
        <p:spPr>
          <a:xfrm>
            <a:off x="7342632" y="2139696"/>
            <a:ext cx="475488" cy="310896"/>
          </a:xfrm>
          <a:prstGeom prst="roundRect">
            <a:avLst>
              <a:gd name="adj" fmla="val 23529"/>
            </a:avLst>
          </a:prstGeom>
          <a:solidFill>
            <a:srgbClr val="FFA900"/>
          </a:solidFill>
          <a:ln w="12700">
            <a:solidFill>
              <a:srgbClr val="FFA900"/>
            </a:solidFill>
            <a:prstDash val="solid"/>
          </a:ln>
        </p:spPr>
        <p:txBody>
          <a:bodyPr/>
          <a:lstStyle/>
          <a:p>
            <a:endParaRPr lang="ja-JP" altLang="en-US"/>
          </a:p>
        </p:txBody>
      </p:sp>
      <p:sp>
        <p:nvSpPr>
          <p:cNvPr id="25" name="Text 23"/>
          <p:cNvSpPr/>
          <p:nvPr/>
        </p:nvSpPr>
        <p:spPr>
          <a:xfrm>
            <a:off x="7342632" y="2148840"/>
            <a:ext cx="475488" cy="274320"/>
          </a:xfrm>
          <a:prstGeom prst="rect">
            <a:avLst/>
          </a:prstGeom>
          <a:noFill/>
          <a:ln/>
        </p:spPr>
        <p:txBody>
          <a:bodyPr wrap="square" lIns="0" tIns="0" rIns="0" bIns="0" rtlCol="0" anchor="ctr"/>
          <a:lstStyle/>
          <a:p>
            <a:pPr marL="0" indent="0" algn="ctr">
              <a:buNone/>
            </a:pPr>
            <a:r>
              <a:rPr lang="en-US" sz="1000" b="1">
                <a:solidFill>
                  <a:srgbClr val="191919"/>
                </a:solidFill>
                <a:latin typeface="Aptos" pitchFamily="34" charset="0"/>
                <a:ea typeface="Aptos" pitchFamily="34" charset="-122"/>
                <a:cs typeface="Aptos" pitchFamily="34" charset="-120"/>
              </a:rPr>
              <a:t>04</a:t>
            </a:r>
            <a:endParaRPr lang="en-US" sz="1000"/>
          </a:p>
        </p:txBody>
      </p:sp>
      <p:sp>
        <p:nvSpPr>
          <p:cNvPr id="26" name="Text 24"/>
          <p:cNvSpPr/>
          <p:nvPr/>
        </p:nvSpPr>
        <p:spPr>
          <a:xfrm>
            <a:off x="7342632" y="2679192"/>
            <a:ext cx="1463040" cy="329184"/>
          </a:xfrm>
          <a:prstGeom prst="rect">
            <a:avLst/>
          </a:prstGeom>
          <a:noFill/>
          <a:ln/>
        </p:spPr>
        <p:txBody>
          <a:bodyPr wrap="square" lIns="0" tIns="0" rIns="0" bIns="0" rtlCol="0" anchor="ctr"/>
          <a:lstStyle/>
          <a:p>
            <a:pPr marL="0" indent="0">
              <a:buNone/>
            </a:pPr>
            <a:r>
              <a:rPr lang="en-US" sz="1400" b="1">
                <a:solidFill>
                  <a:srgbClr val="191919"/>
                </a:solidFill>
                <a:latin typeface="Yu Gothic" pitchFamily="34" charset="0"/>
                <a:ea typeface="Yu Gothic" pitchFamily="34" charset="-122"/>
                <a:cs typeface="Yu Gothic" pitchFamily="34" charset="-120"/>
              </a:rPr>
              <a:t>モデル比較</a:t>
            </a:r>
            <a:endParaRPr lang="en-US" sz="1400"/>
          </a:p>
        </p:txBody>
      </p:sp>
      <p:sp>
        <p:nvSpPr>
          <p:cNvPr id="27" name="Text 25"/>
          <p:cNvSpPr/>
          <p:nvPr/>
        </p:nvSpPr>
        <p:spPr>
          <a:xfrm>
            <a:off x="7342632" y="3127248"/>
            <a:ext cx="1463040" cy="658368"/>
          </a:xfrm>
          <a:prstGeom prst="rect">
            <a:avLst/>
          </a:prstGeom>
          <a:noFill/>
          <a:ln/>
        </p:spPr>
        <p:txBody>
          <a:bodyPr wrap="square" lIns="0" tIns="0" rIns="0" bIns="0" rtlCol="0" anchor="ctr"/>
          <a:lstStyle/>
          <a:p>
            <a:pPr marL="0" indent="0" algn="l">
              <a:buNone/>
            </a:pPr>
            <a:r>
              <a:rPr lang="en-US" sz="1050">
                <a:solidFill>
                  <a:srgbClr val="787873"/>
                </a:solidFill>
                <a:latin typeface="Yu Gothic" pitchFamily="34" charset="0"/>
                <a:ea typeface="Yu Gothic" pitchFamily="34" charset="-122"/>
                <a:cs typeface="Yu Gothic" pitchFamily="34" charset="-120"/>
              </a:rPr>
              <a:t>1K / 100K / 300K</a:t>
            </a:r>
            <a:endParaRPr lang="en-US" sz="1050"/>
          </a:p>
          <a:p>
            <a:pPr marL="0" indent="0" algn="l">
              <a:buNone/>
            </a:pPr>
            <a:r>
              <a:rPr lang="en-US" sz="1050">
                <a:solidFill>
                  <a:srgbClr val="787873"/>
                </a:solidFill>
                <a:latin typeface="Yu Gothic" pitchFamily="34" charset="0"/>
                <a:ea typeface="Yu Gothic" pitchFamily="34" charset="-122"/>
                <a:cs typeface="Yu Gothic" pitchFamily="34" charset="-120"/>
              </a:rPr>
              <a:t>stepで比較</a:t>
            </a:r>
            <a:endParaRPr lang="en-US" sz="1050"/>
          </a:p>
        </p:txBody>
      </p:sp>
      <p:sp>
        <p:nvSpPr>
          <p:cNvPr id="28" name="Shape 26"/>
          <p:cNvSpPr/>
          <p:nvPr/>
        </p:nvSpPr>
        <p:spPr>
          <a:xfrm>
            <a:off x="8979408" y="2990088"/>
            <a:ext cx="283464" cy="0"/>
          </a:xfrm>
          <a:prstGeom prst="line">
            <a:avLst/>
          </a:prstGeom>
          <a:noFill/>
          <a:ln w="27940">
            <a:solidFill>
              <a:srgbClr val="FFA900"/>
            </a:solidFill>
            <a:prstDash val="solid"/>
            <a:headEnd type="none"/>
            <a:tailEnd type="triangle"/>
          </a:ln>
        </p:spPr>
        <p:txBody>
          <a:bodyPr/>
          <a:lstStyle/>
          <a:p>
            <a:endParaRPr lang="ja-JP" altLang="en-US"/>
          </a:p>
        </p:txBody>
      </p:sp>
      <p:sp>
        <p:nvSpPr>
          <p:cNvPr id="29" name="Shape 27"/>
          <p:cNvSpPr/>
          <p:nvPr/>
        </p:nvSpPr>
        <p:spPr>
          <a:xfrm>
            <a:off x="9372600" y="1965960"/>
            <a:ext cx="1783080" cy="2057400"/>
          </a:xfrm>
          <a:prstGeom prst="roundRect">
            <a:avLst>
              <a:gd name="adj" fmla="val 4103"/>
            </a:avLst>
          </a:prstGeom>
          <a:solidFill>
            <a:srgbClr val="FAFAF7"/>
          </a:solidFill>
          <a:ln w="10160">
            <a:solidFill>
              <a:srgbClr val="DCDCD6"/>
            </a:solidFill>
            <a:prstDash val="solid"/>
          </a:ln>
        </p:spPr>
        <p:txBody>
          <a:bodyPr/>
          <a:lstStyle/>
          <a:p>
            <a:endParaRPr lang="ja-JP" altLang="en-US"/>
          </a:p>
        </p:txBody>
      </p:sp>
      <p:sp>
        <p:nvSpPr>
          <p:cNvPr id="30" name="Shape 28"/>
          <p:cNvSpPr/>
          <p:nvPr/>
        </p:nvSpPr>
        <p:spPr>
          <a:xfrm>
            <a:off x="9537192" y="2139696"/>
            <a:ext cx="475488" cy="310896"/>
          </a:xfrm>
          <a:prstGeom prst="roundRect">
            <a:avLst>
              <a:gd name="adj" fmla="val 23529"/>
            </a:avLst>
          </a:prstGeom>
          <a:solidFill>
            <a:srgbClr val="FFA900"/>
          </a:solidFill>
          <a:ln w="12700">
            <a:solidFill>
              <a:srgbClr val="FFA900"/>
            </a:solidFill>
            <a:prstDash val="solid"/>
          </a:ln>
        </p:spPr>
        <p:txBody>
          <a:bodyPr/>
          <a:lstStyle/>
          <a:p>
            <a:endParaRPr lang="ja-JP" altLang="en-US"/>
          </a:p>
        </p:txBody>
      </p:sp>
      <p:sp>
        <p:nvSpPr>
          <p:cNvPr id="31" name="Text 29"/>
          <p:cNvSpPr/>
          <p:nvPr/>
        </p:nvSpPr>
        <p:spPr>
          <a:xfrm>
            <a:off x="9537192" y="2148840"/>
            <a:ext cx="475488" cy="274320"/>
          </a:xfrm>
          <a:prstGeom prst="rect">
            <a:avLst/>
          </a:prstGeom>
          <a:noFill/>
          <a:ln/>
        </p:spPr>
        <p:txBody>
          <a:bodyPr wrap="square" lIns="0" tIns="0" rIns="0" bIns="0" rtlCol="0" anchor="ctr"/>
          <a:lstStyle/>
          <a:p>
            <a:pPr marL="0" indent="0" algn="ctr">
              <a:buNone/>
            </a:pPr>
            <a:r>
              <a:rPr lang="en-US" sz="1000" b="1">
                <a:solidFill>
                  <a:srgbClr val="191919"/>
                </a:solidFill>
                <a:latin typeface="Aptos" pitchFamily="34" charset="0"/>
                <a:ea typeface="Aptos" pitchFamily="34" charset="-122"/>
                <a:cs typeface="Aptos" pitchFamily="34" charset="-120"/>
              </a:rPr>
              <a:t>05</a:t>
            </a:r>
            <a:endParaRPr lang="en-US" sz="1000"/>
          </a:p>
        </p:txBody>
      </p:sp>
      <p:sp>
        <p:nvSpPr>
          <p:cNvPr id="32" name="Text 30"/>
          <p:cNvSpPr/>
          <p:nvPr/>
        </p:nvSpPr>
        <p:spPr>
          <a:xfrm>
            <a:off x="9537192" y="2679192"/>
            <a:ext cx="1463040" cy="329184"/>
          </a:xfrm>
          <a:prstGeom prst="rect">
            <a:avLst/>
          </a:prstGeom>
          <a:noFill/>
          <a:ln/>
        </p:spPr>
        <p:txBody>
          <a:bodyPr wrap="square" lIns="0" tIns="0" rIns="0" bIns="0" rtlCol="0" anchor="ctr"/>
          <a:lstStyle/>
          <a:p>
            <a:pPr marL="0" indent="0">
              <a:buNone/>
            </a:pPr>
            <a:r>
              <a:rPr lang="en-US" sz="1400" b="1">
                <a:solidFill>
                  <a:srgbClr val="191919"/>
                </a:solidFill>
                <a:latin typeface="Yu Gothic" pitchFamily="34" charset="0"/>
                <a:ea typeface="Yu Gothic" pitchFamily="34" charset="-122"/>
                <a:cs typeface="Yu Gothic" pitchFamily="34" charset="-120"/>
              </a:rPr>
              <a:t>実機検証</a:t>
            </a:r>
            <a:endParaRPr lang="en-US" sz="1400"/>
          </a:p>
        </p:txBody>
      </p:sp>
      <p:sp>
        <p:nvSpPr>
          <p:cNvPr id="33" name="Text 31"/>
          <p:cNvSpPr/>
          <p:nvPr/>
        </p:nvSpPr>
        <p:spPr>
          <a:xfrm>
            <a:off x="9537192" y="3127248"/>
            <a:ext cx="1463040" cy="658368"/>
          </a:xfrm>
          <a:prstGeom prst="rect">
            <a:avLst/>
          </a:prstGeom>
          <a:noFill/>
          <a:ln/>
        </p:spPr>
        <p:txBody>
          <a:bodyPr wrap="square" lIns="0" tIns="0" rIns="0" bIns="0" rtlCol="0" anchor="ctr"/>
          <a:lstStyle/>
          <a:p>
            <a:pPr marL="0" indent="0" algn="l">
              <a:buNone/>
            </a:pPr>
            <a:r>
              <a:rPr lang="en-US" sz="1050">
                <a:solidFill>
                  <a:srgbClr val="787873"/>
                </a:solidFill>
                <a:latin typeface="Yu Gothic" pitchFamily="34" charset="0"/>
                <a:ea typeface="Yu Gothic" pitchFamily="34" charset="-122"/>
                <a:cs typeface="Yu Gothic" pitchFamily="34" charset="-120"/>
              </a:rPr>
              <a:t>成功率・位置変化への</a:t>
            </a:r>
            <a:endParaRPr lang="en-US" sz="1050"/>
          </a:p>
          <a:p>
            <a:pPr marL="0" indent="0" algn="l">
              <a:buNone/>
            </a:pPr>
            <a:r>
              <a:rPr lang="en-US" sz="1050">
                <a:solidFill>
                  <a:srgbClr val="787873"/>
                </a:solidFill>
                <a:latin typeface="Yu Gothic" pitchFamily="34" charset="0"/>
                <a:ea typeface="Yu Gothic" pitchFamily="34" charset="-122"/>
                <a:cs typeface="Yu Gothic" pitchFamily="34" charset="-120"/>
              </a:rPr>
              <a:t>対応を評価</a:t>
            </a:r>
            <a:endParaRPr lang="en-US" sz="1050"/>
          </a:p>
        </p:txBody>
      </p:sp>
      <p:sp>
        <p:nvSpPr>
          <p:cNvPr id="34" name="Shape 32"/>
          <p:cNvSpPr/>
          <p:nvPr/>
        </p:nvSpPr>
        <p:spPr>
          <a:xfrm>
            <a:off x="658368" y="4800600"/>
            <a:ext cx="10808208" cy="804672"/>
          </a:xfrm>
          <a:prstGeom prst="roundRect">
            <a:avLst>
              <a:gd name="adj" fmla="val 9091"/>
            </a:avLst>
          </a:prstGeom>
          <a:solidFill>
            <a:srgbClr val="F6F6F2"/>
          </a:solidFill>
          <a:ln w="12700">
            <a:solidFill>
              <a:srgbClr val="F6F6F2"/>
            </a:solidFill>
            <a:prstDash val="solid"/>
          </a:ln>
        </p:spPr>
        <p:txBody>
          <a:bodyPr/>
          <a:lstStyle/>
          <a:p>
            <a:endParaRPr lang="ja-JP" altLang="en-US"/>
          </a:p>
        </p:txBody>
      </p:sp>
      <p:sp>
        <p:nvSpPr>
          <p:cNvPr id="35" name="Text 33"/>
          <p:cNvSpPr/>
          <p:nvPr/>
        </p:nvSpPr>
        <p:spPr>
          <a:xfrm>
            <a:off x="932688" y="5056632"/>
            <a:ext cx="10241280" cy="292608"/>
          </a:xfrm>
          <a:prstGeom prst="rect">
            <a:avLst/>
          </a:prstGeom>
          <a:noFill/>
          <a:ln/>
        </p:spPr>
        <p:txBody>
          <a:bodyPr wrap="square" lIns="0" tIns="0" rIns="0" bIns="0" rtlCol="0" anchor="ctr"/>
          <a:lstStyle/>
          <a:p>
            <a:pPr marL="0" indent="0" algn="ctr">
              <a:buNone/>
            </a:pPr>
            <a:r>
              <a:rPr lang="en-US" sz="1300" b="1">
                <a:solidFill>
                  <a:srgbClr val="191919"/>
                </a:solidFill>
                <a:latin typeface="Yu Gothic" pitchFamily="34" charset="0"/>
                <a:ea typeface="Yu Gothic" pitchFamily="34" charset="-122"/>
                <a:cs typeface="Yu Gothic" pitchFamily="34" charset="-120"/>
              </a:rPr>
              <a:t>前半：ハードウェアを「動かせる状態」にする　→　後半：学習モデルを「比較・評価できる状態」にする</a:t>
            </a:r>
            <a:endParaRPr lang="en-US" sz="1300"/>
          </a:p>
        </p:txBody>
      </p:sp>
      <p:sp>
        <p:nvSpPr>
          <p:cNvPr id="36" name="Slide Number Placeholder 0"/>
          <p:cNvSpPr>
            <a:spLocks noGrp="1"/>
          </p:cNvSpPr>
          <p:nvPr>
            <p:ph type="sldNum" sz="quarter" idx="4294967295"/>
          </p:nvPr>
        </p:nvSpPr>
        <p:spPr>
          <a:xfrm>
            <a:off x="11567160" y="6446520"/>
            <a:ext cx="32004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787873"/>
                </a:solidFill>
                <a:latin typeface="Aptos"/>
                <a:ea typeface="Aptos"/>
                <a:cs typeface="Aptos"/>
              </a:defRPr>
            </a:lvl1pPr>
          </a:lstStyle>
          <a:p>
            <a:pPr algn="r"/>
            <a:fld id="{F7021451-1387-4CA6-816F-3879F97B5CBC}" type="slidenum">
              <a:rPr lang="en-US" b="0"/>
              <a:t>8</a:t>
            </a:fld>
            <a:endParaRPr lang="en-US"/>
          </a:p>
        </p:txBody>
      </p:sp>
      <p:sp>
        <p:nvSpPr>
          <p:cNvPr id="38" name="Shape 3">
            <a:extLst>
              <a:ext uri="{FF2B5EF4-FFF2-40B4-BE49-F238E27FC236}">
                <a16:creationId xmlns:a16="http://schemas.microsoft.com/office/drawing/2014/main" id="{70CFAF93-7FB6-2262-AF05-4CB5D775441D}"/>
              </a:ext>
            </a:extLst>
          </p:cNvPr>
          <p:cNvSpPr/>
          <p:nvPr/>
        </p:nvSpPr>
        <p:spPr>
          <a:xfrm>
            <a:off x="2759202" y="1975104"/>
            <a:ext cx="1783080" cy="2057400"/>
          </a:xfrm>
          <a:prstGeom prst="roundRect">
            <a:avLst>
              <a:gd name="adj" fmla="val 4103"/>
            </a:avLst>
          </a:prstGeom>
          <a:solidFill>
            <a:srgbClr val="FAFAF7"/>
          </a:solidFill>
          <a:ln w="10160">
            <a:solidFill>
              <a:srgbClr val="DCDCD6"/>
            </a:solidFill>
            <a:prstDash val="solid"/>
          </a:ln>
        </p:spPr>
        <p:txBody>
          <a:bodyPr/>
          <a:lstStyle/>
          <a:p>
            <a:endParaRPr lang="ja-JP" altLang="en-US"/>
          </a:p>
        </p:txBody>
      </p:sp>
      <p:sp>
        <p:nvSpPr>
          <p:cNvPr id="39" name="Shape 4">
            <a:extLst>
              <a:ext uri="{FF2B5EF4-FFF2-40B4-BE49-F238E27FC236}">
                <a16:creationId xmlns:a16="http://schemas.microsoft.com/office/drawing/2014/main" id="{0B38D989-97DC-A284-D2C3-C5E282430ABF}"/>
              </a:ext>
            </a:extLst>
          </p:cNvPr>
          <p:cNvSpPr/>
          <p:nvPr/>
        </p:nvSpPr>
        <p:spPr>
          <a:xfrm>
            <a:off x="2923794" y="2148840"/>
            <a:ext cx="475488" cy="310896"/>
          </a:xfrm>
          <a:prstGeom prst="roundRect">
            <a:avLst>
              <a:gd name="adj" fmla="val 23529"/>
            </a:avLst>
          </a:prstGeom>
          <a:solidFill>
            <a:srgbClr val="FFA900"/>
          </a:solidFill>
          <a:ln w="12700">
            <a:solidFill>
              <a:srgbClr val="FFA900"/>
            </a:solidFill>
            <a:prstDash val="solid"/>
          </a:ln>
        </p:spPr>
        <p:txBody>
          <a:bodyPr/>
          <a:lstStyle/>
          <a:p>
            <a:endParaRPr lang="ja-JP" altLang="en-US"/>
          </a:p>
        </p:txBody>
      </p:sp>
      <p:sp>
        <p:nvSpPr>
          <p:cNvPr id="40" name="Text 5">
            <a:extLst>
              <a:ext uri="{FF2B5EF4-FFF2-40B4-BE49-F238E27FC236}">
                <a16:creationId xmlns:a16="http://schemas.microsoft.com/office/drawing/2014/main" id="{51B46892-B327-D582-76BA-0260B8B8702C}"/>
              </a:ext>
            </a:extLst>
          </p:cNvPr>
          <p:cNvSpPr/>
          <p:nvPr/>
        </p:nvSpPr>
        <p:spPr>
          <a:xfrm>
            <a:off x="2923794" y="2157984"/>
            <a:ext cx="475488" cy="274320"/>
          </a:xfrm>
          <a:prstGeom prst="rect">
            <a:avLst/>
          </a:prstGeom>
          <a:noFill/>
          <a:ln/>
        </p:spPr>
        <p:txBody>
          <a:bodyPr wrap="square" lIns="0" tIns="0" rIns="0" bIns="0" rtlCol="0" anchor="ctr"/>
          <a:lstStyle/>
          <a:p>
            <a:pPr marL="0" indent="0" algn="ctr">
              <a:buNone/>
            </a:pPr>
            <a:r>
              <a:rPr lang="en-US" sz="1000" b="1">
                <a:solidFill>
                  <a:srgbClr val="191919"/>
                </a:solidFill>
                <a:latin typeface="Aptos" pitchFamily="34" charset="0"/>
                <a:ea typeface="Aptos" pitchFamily="34" charset="-122"/>
                <a:cs typeface="Aptos" pitchFamily="34" charset="-120"/>
              </a:rPr>
              <a:t>02</a:t>
            </a:r>
            <a:endParaRPr lang="en-US" sz="1000"/>
          </a:p>
        </p:txBody>
      </p:sp>
      <p:sp>
        <p:nvSpPr>
          <p:cNvPr id="41" name="Text 6">
            <a:extLst>
              <a:ext uri="{FF2B5EF4-FFF2-40B4-BE49-F238E27FC236}">
                <a16:creationId xmlns:a16="http://schemas.microsoft.com/office/drawing/2014/main" id="{48A710F2-E396-D76C-BD1F-38B275B230FC}"/>
              </a:ext>
            </a:extLst>
          </p:cNvPr>
          <p:cNvSpPr/>
          <p:nvPr/>
        </p:nvSpPr>
        <p:spPr>
          <a:xfrm>
            <a:off x="2923794" y="2688336"/>
            <a:ext cx="1463040" cy="329184"/>
          </a:xfrm>
          <a:prstGeom prst="rect">
            <a:avLst/>
          </a:prstGeom>
          <a:noFill/>
          <a:ln/>
        </p:spPr>
        <p:txBody>
          <a:bodyPr wrap="square" lIns="0" tIns="0" rIns="0" bIns="0" rtlCol="0" anchor="ctr"/>
          <a:lstStyle/>
          <a:p>
            <a:pPr marL="0" indent="0">
              <a:buNone/>
            </a:pPr>
            <a:r>
              <a:rPr lang="en-US" sz="1400" b="1">
                <a:solidFill>
                  <a:srgbClr val="191919"/>
                </a:solidFill>
                <a:latin typeface="Yu Gothic" pitchFamily="34" charset="0"/>
                <a:ea typeface="Yu Gothic" pitchFamily="34" charset="-122"/>
                <a:cs typeface="Yu Gothic" pitchFamily="34" charset="-120"/>
              </a:rPr>
              <a:t>データ収録</a:t>
            </a:r>
            <a:endParaRPr lang="en-US" sz="1400"/>
          </a:p>
        </p:txBody>
      </p:sp>
      <p:sp>
        <p:nvSpPr>
          <p:cNvPr id="42" name="Text 7">
            <a:extLst>
              <a:ext uri="{FF2B5EF4-FFF2-40B4-BE49-F238E27FC236}">
                <a16:creationId xmlns:a16="http://schemas.microsoft.com/office/drawing/2014/main" id="{43DD1CD5-968B-7E0C-D409-2032F1FA0547}"/>
              </a:ext>
            </a:extLst>
          </p:cNvPr>
          <p:cNvSpPr/>
          <p:nvPr/>
        </p:nvSpPr>
        <p:spPr>
          <a:xfrm>
            <a:off x="2923794" y="3136392"/>
            <a:ext cx="1463040" cy="658368"/>
          </a:xfrm>
          <a:prstGeom prst="rect">
            <a:avLst/>
          </a:prstGeom>
          <a:noFill/>
          <a:ln/>
        </p:spPr>
        <p:txBody>
          <a:bodyPr wrap="square" lIns="0" tIns="0" rIns="0" bIns="0" rtlCol="0" anchor="ctr"/>
          <a:lstStyle/>
          <a:p>
            <a:pPr marL="0" indent="0" algn="l">
              <a:buNone/>
            </a:pPr>
            <a:r>
              <a:rPr lang="en-US" sz="1050">
                <a:solidFill>
                  <a:srgbClr val="787873"/>
                </a:solidFill>
                <a:latin typeface="Yu Gothic" pitchFamily="34" charset="0"/>
                <a:ea typeface="Yu Gothic" pitchFamily="34" charset="-122"/>
                <a:cs typeface="Yu Gothic" pitchFamily="34" charset="-120"/>
              </a:rPr>
              <a:t>テレオペレーションで</a:t>
            </a:r>
            <a:endParaRPr lang="en-US" sz="1050"/>
          </a:p>
          <a:p>
            <a:pPr marL="0" indent="0" algn="l">
              <a:buNone/>
            </a:pPr>
            <a:r>
              <a:rPr lang="en-US" sz="1050">
                <a:solidFill>
                  <a:srgbClr val="787873"/>
                </a:solidFill>
                <a:latin typeface="Yu Gothic" pitchFamily="34" charset="0"/>
                <a:ea typeface="Yu Gothic" pitchFamily="34" charset="-122"/>
                <a:cs typeface="Yu Gothic" pitchFamily="34" charset="-120"/>
              </a:rPr>
              <a:t>100エピソード収録</a:t>
            </a:r>
            <a:endParaRPr lang="en-US" sz="1050"/>
          </a:p>
        </p:txBody>
      </p:sp>
      <p:sp>
        <p:nvSpPr>
          <p:cNvPr id="43" name="Shape 3">
            <a:extLst>
              <a:ext uri="{FF2B5EF4-FFF2-40B4-BE49-F238E27FC236}">
                <a16:creationId xmlns:a16="http://schemas.microsoft.com/office/drawing/2014/main" id="{8CA4965E-3329-38D3-9E81-CE9205BA6BC9}"/>
              </a:ext>
            </a:extLst>
          </p:cNvPr>
          <p:cNvSpPr/>
          <p:nvPr/>
        </p:nvSpPr>
        <p:spPr>
          <a:xfrm>
            <a:off x="4953762" y="1961388"/>
            <a:ext cx="1783080" cy="2057400"/>
          </a:xfrm>
          <a:prstGeom prst="roundRect">
            <a:avLst>
              <a:gd name="adj" fmla="val 4103"/>
            </a:avLst>
          </a:prstGeom>
          <a:solidFill>
            <a:srgbClr val="FAFAF7"/>
          </a:solidFill>
          <a:ln w="10160">
            <a:solidFill>
              <a:srgbClr val="DCDCD6"/>
            </a:solidFill>
            <a:prstDash val="solid"/>
          </a:ln>
        </p:spPr>
        <p:txBody>
          <a:bodyPr/>
          <a:lstStyle/>
          <a:p>
            <a:endParaRPr lang="ja-JP" altLang="en-US"/>
          </a:p>
        </p:txBody>
      </p:sp>
      <p:sp>
        <p:nvSpPr>
          <p:cNvPr id="44" name="Shape 16">
            <a:extLst>
              <a:ext uri="{FF2B5EF4-FFF2-40B4-BE49-F238E27FC236}">
                <a16:creationId xmlns:a16="http://schemas.microsoft.com/office/drawing/2014/main" id="{D26F6833-BEA3-2B42-1238-9A8757490159}"/>
              </a:ext>
            </a:extLst>
          </p:cNvPr>
          <p:cNvSpPr/>
          <p:nvPr/>
        </p:nvSpPr>
        <p:spPr>
          <a:xfrm>
            <a:off x="5212080" y="2135124"/>
            <a:ext cx="475488" cy="310896"/>
          </a:xfrm>
          <a:prstGeom prst="roundRect">
            <a:avLst>
              <a:gd name="adj" fmla="val 23529"/>
            </a:avLst>
          </a:prstGeom>
          <a:solidFill>
            <a:srgbClr val="FFA900"/>
          </a:solidFill>
          <a:ln w="12700">
            <a:solidFill>
              <a:srgbClr val="FFA900"/>
            </a:solidFill>
            <a:prstDash val="solid"/>
          </a:ln>
        </p:spPr>
        <p:txBody>
          <a:bodyPr/>
          <a:lstStyle/>
          <a:p>
            <a:endParaRPr lang="ja-JP" altLang="en-US"/>
          </a:p>
        </p:txBody>
      </p:sp>
      <p:sp>
        <p:nvSpPr>
          <p:cNvPr id="45" name="Text 17">
            <a:extLst>
              <a:ext uri="{FF2B5EF4-FFF2-40B4-BE49-F238E27FC236}">
                <a16:creationId xmlns:a16="http://schemas.microsoft.com/office/drawing/2014/main" id="{42FBBBDB-E4A2-50CE-476C-75D102536613}"/>
              </a:ext>
            </a:extLst>
          </p:cNvPr>
          <p:cNvSpPr/>
          <p:nvPr/>
        </p:nvSpPr>
        <p:spPr>
          <a:xfrm>
            <a:off x="5212080" y="2144268"/>
            <a:ext cx="475488" cy="274320"/>
          </a:xfrm>
          <a:prstGeom prst="rect">
            <a:avLst/>
          </a:prstGeom>
          <a:noFill/>
          <a:ln/>
        </p:spPr>
        <p:txBody>
          <a:bodyPr wrap="square" lIns="0" tIns="0" rIns="0" bIns="0" rtlCol="0" anchor="ctr"/>
          <a:lstStyle/>
          <a:p>
            <a:pPr marL="0" indent="0" algn="ctr">
              <a:buNone/>
            </a:pPr>
            <a:r>
              <a:rPr lang="en-US" sz="1000" b="1">
                <a:solidFill>
                  <a:srgbClr val="191919"/>
                </a:solidFill>
                <a:latin typeface="Aptos" pitchFamily="34" charset="0"/>
                <a:ea typeface="Aptos" pitchFamily="34" charset="-122"/>
                <a:cs typeface="Aptos" pitchFamily="34" charset="-120"/>
              </a:rPr>
              <a:t>03</a:t>
            </a:r>
            <a:endParaRPr lang="en-US" sz="1000"/>
          </a:p>
        </p:txBody>
      </p:sp>
      <p:sp>
        <p:nvSpPr>
          <p:cNvPr id="46" name="Text 18">
            <a:extLst>
              <a:ext uri="{FF2B5EF4-FFF2-40B4-BE49-F238E27FC236}">
                <a16:creationId xmlns:a16="http://schemas.microsoft.com/office/drawing/2014/main" id="{BF51AB61-7777-9E0A-C1B8-103C146D6C3F}"/>
              </a:ext>
            </a:extLst>
          </p:cNvPr>
          <p:cNvSpPr/>
          <p:nvPr/>
        </p:nvSpPr>
        <p:spPr>
          <a:xfrm>
            <a:off x="5212080" y="2674620"/>
            <a:ext cx="1463040" cy="329184"/>
          </a:xfrm>
          <a:prstGeom prst="rect">
            <a:avLst/>
          </a:prstGeom>
          <a:noFill/>
          <a:ln/>
        </p:spPr>
        <p:txBody>
          <a:bodyPr wrap="square" lIns="0" tIns="0" rIns="0" bIns="0" rtlCol="0" anchor="ctr"/>
          <a:lstStyle/>
          <a:p>
            <a:pPr marL="0" indent="0">
              <a:buNone/>
            </a:pPr>
            <a:r>
              <a:rPr lang="en-US" sz="1400" b="1">
                <a:solidFill>
                  <a:srgbClr val="191919"/>
                </a:solidFill>
                <a:latin typeface="Yu Gothic" pitchFamily="34" charset="0"/>
                <a:ea typeface="Yu Gothic" pitchFamily="34" charset="-122"/>
                <a:cs typeface="Yu Gothic" pitchFamily="34" charset="-120"/>
              </a:rPr>
              <a:t>ACT学習</a:t>
            </a:r>
            <a:endParaRPr lang="en-US" sz="1400"/>
          </a:p>
        </p:txBody>
      </p:sp>
      <p:sp>
        <p:nvSpPr>
          <p:cNvPr id="47" name="Text 19">
            <a:extLst>
              <a:ext uri="{FF2B5EF4-FFF2-40B4-BE49-F238E27FC236}">
                <a16:creationId xmlns:a16="http://schemas.microsoft.com/office/drawing/2014/main" id="{B855024C-7519-EDCE-AA51-FC6213566A9E}"/>
              </a:ext>
            </a:extLst>
          </p:cNvPr>
          <p:cNvSpPr/>
          <p:nvPr/>
        </p:nvSpPr>
        <p:spPr>
          <a:xfrm>
            <a:off x="5212080" y="3122676"/>
            <a:ext cx="1463040" cy="658368"/>
          </a:xfrm>
          <a:prstGeom prst="rect">
            <a:avLst/>
          </a:prstGeom>
          <a:noFill/>
          <a:ln/>
        </p:spPr>
        <p:txBody>
          <a:bodyPr wrap="square" lIns="0" tIns="0" rIns="0" bIns="0" rtlCol="0" anchor="ctr"/>
          <a:lstStyle/>
          <a:p>
            <a:pPr marL="0" indent="0" algn="l">
              <a:buNone/>
            </a:pPr>
            <a:r>
              <a:rPr lang="en-US" sz="1050">
                <a:solidFill>
                  <a:srgbClr val="787873"/>
                </a:solidFill>
                <a:latin typeface="Yu Gothic" pitchFamily="34" charset="0"/>
                <a:ea typeface="Yu Gothic" pitchFamily="34" charset="-122"/>
                <a:cs typeface="Yu Gothic" pitchFamily="34" charset="-120"/>
              </a:rPr>
              <a:t>画像・関節状態から</a:t>
            </a:r>
            <a:endParaRPr lang="en-US" sz="1050"/>
          </a:p>
          <a:p>
            <a:pPr marL="0" indent="0" algn="l">
              <a:buNone/>
            </a:pPr>
            <a:r>
              <a:rPr lang="en-US" sz="1050">
                <a:solidFill>
                  <a:srgbClr val="787873"/>
                </a:solidFill>
                <a:latin typeface="Yu Gothic" pitchFamily="34" charset="0"/>
                <a:ea typeface="Yu Gothic" pitchFamily="34" charset="-122"/>
                <a:cs typeface="Yu Gothic" pitchFamily="34" charset="-120"/>
              </a:rPr>
              <a:t>行動を学習</a:t>
            </a:r>
            <a:endParaRPr lang="en-US" sz="105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75488" y="256032"/>
            <a:ext cx="2377440" cy="201168"/>
          </a:xfrm>
          <a:prstGeom prst="rect">
            <a:avLst/>
          </a:prstGeom>
          <a:noFill/>
          <a:ln/>
        </p:spPr>
        <p:txBody>
          <a:bodyPr wrap="square" lIns="0" tIns="0" rIns="0" bIns="0" rtlCol="0" anchor="ctr"/>
          <a:lstStyle/>
          <a:p>
            <a:pPr marL="0" indent="0">
              <a:buNone/>
            </a:pPr>
            <a:r>
              <a:rPr lang="en-US" sz="900" b="1">
                <a:solidFill>
                  <a:srgbClr val="FFA900"/>
                </a:solidFill>
                <a:latin typeface="Aptos"/>
                <a:ea typeface="Aptos" pitchFamily="34" charset="-122"/>
                <a:cs typeface="Aptos" pitchFamily="34" charset="-120"/>
              </a:rPr>
              <a:t>08 / DATASET</a:t>
            </a:r>
            <a:endParaRPr lang="en-US" sz="900">
              <a:latin typeface="Aptos"/>
            </a:endParaRPr>
          </a:p>
        </p:txBody>
      </p:sp>
      <p:sp>
        <p:nvSpPr>
          <p:cNvPr id="3" name="Text 1"/>
          <p:cNvSpPr/>
          <p:nvPr/>
        </p:nvSpPr>
        <p:spPr>
          <a:xfrm>
            <a:off x="475488" y="566928"/>
            <a:ext cx="7680960" cy="411480"/>
          </a:xfrm>
          <a:prstGeom prst="rect">
            <a:avLst/>
          </a:prstGeom>
          <a:noFill/>
          <a:ln/>
        </p:spPr>
        <p:txBody>
          <a:bodyPr wrap="square" lIns="0" tIns="0" rIns="0" bIns="0" rtlCol="0" anchor="ctr"/>
          <a:lstStyle/>
          <a:p>
            <a:pPr marL="0" indent="0">
              <a:buNone/>
            </a:pPr>
            <a:r>
              <a:rPr lang="en-US" sz="2400" b="1">
                <a:solidFill>
                  <a:srgbClr val="191919"/>
                </a:solidFill>
                <a:latin typeface="Yu Gothic" pitchFamily="34" charset="0"/>
                <a:ea typeface="Yu Gothic" pitchFamily="34" charset="-122"/>
                <a:cs typeface="Yu Gothic" pitchFamily="34" charset="-120"/>
              </a:rPr>
              <a:t>2カメラで学習データを作成</a:t>
            </a:r>
            <a:endParaRPr lang="en-US" sz="2400"/>
          </a:p>
        </p:txBody>
      </p:sp>
      <p:sp>
        <p:nvSpPr>
          <p:cNvPr id="4" name="Text 2"/>
          <p:cNvSpPr/>
          <p:nvPr/>
        </p:nvSpPr>
        <p:spPr>
          <a:xfrm>
            <a:off x="475488" y="1014984"/>
            <a:ext cx="8046720" cy="274320"/>
          </a:xfrm>
          <a:prstGeom prst="rect">
            <a:avLst/>
          </a:prstGeom>
          <a:noFill/>
          <a:ln/>
        </p:spPr>
        <p:txBody>
          <a:bodyPr wrap="square" lIns="0" tIns="0" rIns="0" bIns="0" rtlCol="0" anchor="ctr"/>
          <a:lstStyle/>
          <a:p>
            <a:pPr marL="0" indent="0">
              <a:buNone/>
            </a:pPr>
            <a:r>
              <a:rPr lang="en-US" sz="1050">
                <a:solidFill>
                  <a:srgbClr val="787873"/>
                </a:solidFill>
                <a:latin typeface="Yu Gothic" pitchFamily="34" charset="0"/>
                <a:ea typeface="Yu Gothic" pitchFamily="34" charset="-122"/>
                <a:cs typeface="Yu Gothic" pitchFamily="34" charset="-120"/>
              </a:rPr>
              <a:t>1つの作業を、手元と俯瞰の2視点から同時に記録</a:t>
            </a:r>
            <a:endParaRPr lang="en-US" sz="1050"/>
          </a:p>
        </p:txBody>
      </p:sp>
      <p:sp>
        <p:nvSpPr>
          <p:cNvPr id="27" name="Slide Number Placeholder 0"/>
          <p:cNvSpPr>
            <a:spLocks noGrp="1"/>
          </p:cNvSpPr>
          <p:nvPr>
            <p:ph type="sldNum" sz="quarter" idx="4294967295"/>
          </p:nvPr>
        </p:nvSpPr>
        <p:spPr>
          <a:xfrm>
            <a:off x="11567160" y="6446520"/>
            <a:ext cx="32004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787873"/>
                </a:solidFill>
                <a:latin typeface="Aptos"/>
                <a:ea typeface="Aptos"/>
                <a:cs typeface="Aptos"/>
              </a:defRPr>
            </a:lvl1pPr>
          </a:lstStyle>
          <a:p>
            <a:pPr algn="r"/>
            <a:fld id="{F7021451-1387-4CA6-816F-3879F97B5CBC}" type="slidenum">
              <a:rPr lang="en-US" b="0"/>
              <a:t>9</a:t>
            </a:fld>
            <a:endParaRPr lang="en-US"/>
          </a:p>
        </p:txBody>
      </p:sp>
      <p:sp>
        <p:nvSpPr>
          <p:cNvPr id="31" name="Text 6">
            <a:extLst>
              <a:ext uri="{FF2B5EF4-FFF2-40B4-BE49-F238E27FC236}">
                <a16:creationId xmlns:a16="http://schemas.microsoft.com/office/drawing/2014/main" id="{E9E8A25C-F1D9-F4C1-12E5-F39C9E5D84AC}"/>
              </a:ext>
            </a:extLst>
          </p:cNvPr>
          <p:cNvSpPr/>
          <p:nvPr/>
        </p:nvSpPr>
        <p:spPr>
          <a:xfrm>
            <a:off x="877824" y="3032412"/>
            <a:ext cx="1508760" cy="274320"/>
          </a:xfrm>
          <a:prstGeom prst="rect">
            <a:avLst/>
          </a:prstGeom>
          <a:noFill/>
          <a:ln/>
        </p:spPr>
        <p:txBody>
          <a:bodyPr wrap="square" lIns="0" tIns="0" rIns="0" bIns="0" rtlCol="0" anchor="ctr"/>
          <a:lstStyle/>
          <a:p>
            <a:pPr marL="0" indent="0" algn="ctr">
              <a:buNone/>
            </a:pPr>
            <a:r>
              <a:rPr sz="1000" b="1">
                <a:solidFill>
                  <a:srgbClr val="191919"/>
                </a:solidFill>
                <a:latin typeface="Yu Gothic"/>
              </a:rPr>
              <a:t>Camera 1 / top</a:t>
            </a:r>
            <a:endParaRPr lang="en-US" sz="1000"/>
          </a:p>
        </p:txBody>
      </p:sp>
      <p:sp>
        <p:nvSpPr>
          <p:cNvPr id="32" name="Text 10">
            <a:extLst>
              <a:ext uri="{FF2B5EF4-FFF2-40B4-BE49-F238E27FC236}">
                <a16:creationId xmlns:a16="http://schemas.microsoft.com/office/drawing/2014/main" id="{9C13B6AE-75A0-D95B-F7F3-4860E965538F}"/>
              </a:ext>
            </a:extLst>
          </p:cNvPr>
          <p:cNvSpPr/>
          <p:nvPr/>
        </p:nvSpPr>
        <p:spPr>
          <a:xfrm>
            <a:off x="854964" y="5230458"/>
            <a:ext cx="1508760" cy="274320"/>
          </a:xfrm>
          <a:prstGeom prst="rect">
            <a:avLst/>
          </a:prstGeom>
          <a:noFill/>
          <a:ln/>
        </p:spPr>
        <p:txBody>
          <a:bodyPr wrap="square" lIns="0" tIns="0" rIns="0" bIns="0" rtlCol="0" anchor="ctr"/>
          <a:lstStyle/>
          <a:p>
            <a:pPr marL="0" indent="0" algn="ctr">
              <a:buNone/>
            </a:pPr>
            <a:r>
              <a:rPr sz="1000" b="1">
                <a:solidFill>
                  <a:srgbClr val="191919"/>
                </a:solidFill>
                <a:latin typeface="Yu Gothic"/>
              </a:rPr>
              <a:t>Camera 0 / hand</a:t>
            </a:r>
            <a:endParaRPr lang="en-US" sz="1000"/>
          </a:p>
        </p:txBody>
      </p:sp>
      <p:sp>
        <p:nvSpPr>
          <p:cNvPr id="33" name="Text 11">
            <a:extLst>
              <a:ext uri="{FF2B5EF4-FFF2-40B4-BE49-F238E27FC236}">
                <a16:creationId xmlns:a16="http://schemas.microsoft.com/office/drawing/2014/main" id="{D01F37D4-A934-70D2-9C73-F06BC8E2F911}"/>
              </a:ext>
            </a:extLst>
          </p:cNvPr>
          <p:cNvSpPr/>
          <p:nvPr/>
        </p:nvSpPr>
        <p:spPr>
          <a:xfrm>
            <a:off x="786384" y="3297588"/>
            <a:ext cx="1691640" cy="219456"/>
          </a:xfrm>
          <a:prstGeom prst="rect">
            <a:avLst/>
          </a:prstGeom>
          <a:noFill/>
          <a:ln/>
        </p:spPr>
        <p:txBody>
          <a:bodyPr wrap="square" lIns="0" tIns="0" rIns="0" bIns="0" rtlCol="0" anchor="ctr"/>
          <a:lstStyle/>
          <a:p>
            <a:pPr marL="0" indent="0" algn="ctr">
              <a:buNone/>
            </a:pPr>
            <a:r>
              <a:rPr lang="en-US" sz="1050">
                <a:solidFill>
                  <a:srgbClr val="787873"/>
                </a:solidFill>
                <a:latin typeface="Aptos" pitchFamily="34" charset="0"/>
                <a:ea typeface="Aptos" pitchFamily="34" charset="-122"/>
                <a:cs typeface="Aptos" pitchFamily="34" charset="-120"/>
              </a:rPr>
              <a:t>640 × 480 / 30 fps</a:t>
            </a:r>
            <a:endParaRPr lang="en-US" sz="1050"/>
          </a:p>
        </p:txBody>
      </p:sp>
      <p:sp>
        <p:nvSpPr>
          <p:cNvPr id="34" name="Text 12">
            <a:extLst>
              <a:ext uri="{FF2B5EF4-FFF2-40B4-BE49-F238E27FC236}">
                <a16:creationId xmlns:a16="http://schemas.microsoft.com/office/drawing/2014/main" id="{A7AEF8D1-5C5E-4637-9868-7517CF2702CD}"/>
              </a:ext>
            </a:extLst>
          </p:cNvPr>
          <p:cNvSpPr/>
          <p:nvPr/>
        </p:nvSpPr>
        <p:spPr>
          <a:xfrm>
            <a:off x="786384" y="5501730"/>
            <a:ext cx="1691640" cy="219456"/>
          </a:xfrm>
          <a:prstGeom prst="rect">
            <a:avLst/>
          </a:prstGeom>
          <a:noFill/>
          <a:ln/>
        </p:spPr>
        <p:txBody>
          <a:bodyPr wrap="square" lIns="0" tIns="0" rIns="0" bIns="0" rtlCol="0" anchor="ctr"/>
          <a:lstStyle/>
          <a:p>
            <a:pPr marL="0" indent="0" algn="ctr">
              <a:buNone/>
            </a:pPr>
            <a:r>
              <a:rPr lang="en-US" sz="1050">
                <a:solidFill>
                  <a:srgbClr val="787873"/>
                </a:solidFill>
                <a:latin typeface="Aptos" pitchFamily="34" charset="0"/>
                <a:ea typeface="Aptos" pitchFamily="34" charset="-122"/>
                <a:cs typeface="Aptos" pitchFamily="34" charset="-120"/>
              </a:rPr>
              <a:t>640 × 480 / 30 fps</a:t>
            </a:r>
            <a:endParaRPr lang="en-US" sz="1050"/>
          </a:p>
        </p:txBody>
      </p:sp>
      <p:sp>
        <p:nvSpPr>
          <p:cNvPr id="35" name="Shape 13">
            <a:extLst>
              <a:ext uri="{FF2B5EF4-FFF2-40B4-BE49-F238E27FC236}">
                <a16:creationId xmlns:a16="http://schemas.microsoft.com/office/drawing/2014/main" id="{6851AAA1-5ED4-F78D-8B1A-6451AD7F6AD1}"/>
              </a:ext>
            </a:extLst>
          </p:cNvPr>
          <p:cNvSpPr/>
          <p:nvPr/>
        </p:nvSpPr>
        <p:spPr>
          <a:xfrm>
            <a:off x="2852926" y="2212848"/>
            <a:ext cx="941833" cy="274320"/>
          </a:xfrm>
          <a:prstGeom prst="line">
            <a:avLst/>
          </a:prstGeom>
          <a:noFill/>
          <a:ln w="27940">
            <a:solidFill>
              <a:srgbClr val="FFA900"/>
            </a:solidFill>
            <a:prstDash val="solid"/>
            <a:headEnd type="none"/>
            <a:tailEnd type="triangle"/>
          </a:ln>
        </p:spPr>
        <p:txBody>
          <a:bodyPr/>
          <a:lstStyle/>
          <a:p>
            <a:endParaRPr lang="ja-JP" altLang="en-US"/>
          </a:p>
        </p:txBody>
      </p:sp>
      <p:sp>
        <p:nvSpPr>
          <p:cNvPr id="36" name="Shape 14">
            <a:extLst>
              <a:ext uri="{FF2B5EF4-FFF2-40B4-BE49-F238E27FC236}">
                <a16:creationId xmlns:a16="http://schemas.microsoft.com/office/drawing/2014/main" id="{0F28A3CD-09BD-53DA-512D-7B767514CBCE}"/>
              </a:ext>
            </a:extLst>
          </p:cNvPr>
          <p:cNvSpPr/>
          <p:nvPr/>
        </p:nvSpPr>
        <p:spPr>
          <a:xfrm flipV="1">
            <a:off x="2852928" y="4151376"/>
            <a:ext cx="941832" cy="374905"/>
          </a:xfrm>
          <a:prstGeom prst="line">
            <a:avLst/>
          </a:prstGeom>
          <a:noFill/>
          <a:ln w="27940">
            <a:solidFill>
              <a:srgbClr val="191919"/>
            </a:solidFill>
            <a:prstDash val="solid"/>
            <a:headEnd type="none"/>
            <a:tailEnd type="triangle"/>
          </a:ln>
        </p:spPr>
        <p:txBody>
          <a:bodyPr/>
          <a:lstStyle/>
          <a:p>
            <a:endParaRPr lang="ja-JP" altLang="en-US"/>
          </a:p>
        </p:txBody>
      </p:sp>
      <p:sp>
        <p:nvSpPr>
          <p:cNvPr id="37" name="Shape 15">
            <a:extLst>
              <a:ext uri="{FF2B5EF4-FFF2-40B4-BE49-F238E27FC236}">
                <a16:creationId xmlns:a16="http://schemas.microsoft.com/office/drawing/2014/main" id="{73928D24-C569-4C9A-697C-62C61EB53896}"/>
              </a:ext>
            </a:extLst>
          </p:cNvPr>
          <p:cNvSpPr/>
          <p:nvPr/>
        </p:nvSpPr>
        <p:spPr>
          <a:xfrm>
            <a:off x="3794760" y="1828800"/>
            <a:ext cx="3794760" cy="3429000"/>
          </a:xfrm>
          <a:prstGeom prst="roundRect">
            <a:avLst>
              <a:gd name="adj" fmla="val 2133"/>
            </a:avLst>
          </a:prstGeom>
          <a:solidFill>
            <a:srgbClr val="FFF7E6"/>
          </a:solidFill>
          <a:ln w="10160">
            <a:solidFill>
              <a:srgbClr val="FFA900"/>
            </a:solidFill>
            <a:prstDash val="solid"/>
          </a:ln>
        </p:spPr>
        <p:txBody>
          <a:bodyPr/>
          <a:lstStyle/>
          <a:p>
            <a:endParaRPr lang="ja-JP" altLang="en-US"/>
          </a:p>
        </p:txBody>
      </p:sp>
      <p:sp>
        <p:nvSpPr>
          <p:cNvPr id="38" name="Text 16">
            <a:extLst>
              <a:ext uri="{FF2B5EF4-FFF2-40B4-BE49-F238E27FC236}">
                <a16:creationId xmlns:a16="http://schemas.microsoft.com/office/drawing/2014/main" id="{CBFFBC68-C27D-F5C1-D9F8-6E5B3E04F9F2}"/>
              </a:ext>
            </a:extLst>
          </p:cNvPr>
          <p:cNvSpPr/>
          <p:nvPr/>
        </p:nvSpPr>
        <p:spPr>
          <a:xfrm>
            <a:off x="3995928" y="1975104"/>
            <a:ext cx="3392424" cy="256032"/>
          </a:xfrm>
          <a:prstGeom prst="rect">
            <a:avLst/>
          </a:prstGeom>
          <a:noFill/>
          <a:ln/>
        </p:spPr>
        <p:txBody>
          <a:bodyPr wrap="square" lIns="0" tIns="0" rIns="0" bIns="0" rtlCol="0" anchor="ctr"/>
          <a:lstStyle/>
          <a:p>
            <a:pPr marL="0" indent="0">
              <a:buNone/>
            </a:pPr>
            <a:r>
              <a:rPr sz="1500" b="1">
                <a:solidFill>
                  <a:srgbClr val="191919"/>
                </a:solidFill>
                <a:latin typeface="Yu Gothic"/>
              </a:rPr>
              <a:t>なぜ2カメラ？</a:t>
            </a:r>
            <a:endParaRPr lang="en-US" sz="1500"/>
          </a:p>
        </p:txBody>
      </p:sp>
      <p:sp>
        <p:nvSpPr>
          <p:cNvPr id="39" name="Text 17">
            <a:extLst>
              <a:ext uri="{FF2B5EF4-FFF2-40B4-BE49-F238E27FC236}">
                <a16:creationId xmlns:a16="http://schemas.microsoft.com/office/drawing/2014/main" id="{F8E81350-E3AF-8974-1DF4-688B13E4F8BA}"/>
              </a:ext>
            </a:extLst>
          </p:cNvPr>
          <p:cNvSpPr/>
          <p:nvPr/>
        </p:nvSpPr>
        <p:spPr>
          <a:xfrm>
            <a:off x="3995928" y="2304288"/>
            <a:ext cx="3392424" cy="2807208"/>
          </a:xfrm>
          <a:prstGeom prst="rect">
            <a:avLst/>
          </a:prstGeom>
          <a:noFill/>
          <a:ln/>
        </p:spPr>
        <p:txBody>
          <a:bodyPr wrap="square" lIns="254" tIns="254" rIns="254" bIns="254" rtlCol="0" anchor="t"/>
          <a:lstStyle/>
          <a:p>
            <a:pPr marL="0" indent="0">
              <a:spcAft>
                <a:spcPts val="400"/>
              </a:spcAft>
              <a:buNone/>
            </a:pPr>
            <a:r>
              <a:rPr sz="1150" b="0">
                <a:solidFill>
                  <a:srgbClr val="787873"/>
                </a:solidFill>
                <a:latin typeface="Yu Gothic"/>
              </a:rPr>
              <a:t>1視点だけでは、作業領域全体とグリッパー近傍の情報を同時に捉えにくい</a:t>
            </a:r>
            <a:endParaRPr lang="en-US" sz="1150"/>
          </a:p>
          <a:p>
            <a:pPr>
              <a:spcAft>
                <a:spcPts val="400"/>
              </a:spcAft>
            </a:pPr>
            <a:endParaRPr lang="en-US" sz="1150"/>
          </a:p>
          <a:p>
            <a:pPr>
              <a:spcAft>
                <a:spcPts val="400"/>
              </a:spcAft>
            </a:pPr>
            <a:r>
              <a:rPr sz="1150" b="1">
                <a:solidFill>
                  <a:srgbClr val="191919"/>
                </a:solidFill>
                <a:latin typeface="Yu Gothic"/>
              </a:rPr>
              <a:t>→ 俯瞰 + 手元の2視点で情報を補完</a:t>
            </a:r>
          </a:p>
        </p:txBody>
      </p:sp>
      <p:sp>
        <p:nvSpPr>
          <p:cNvPr id="40" name="Shape 18">
            <a:extLst>
              <a:ext uri="{FF2B5EF4-FFF2-40B4-BE49-F238E27FC236}">
                <a16:creationId xmlns:a16="http://schemas.microsoft.com/office/drawing/2014/main" id="{5EF627E1-9BD3-8EA4-449F-A7973880DACD}"/>
              </a:ext>
            </a:extLst>
          </p:cNvPr>
          <p:cNvSpPr/>
          <p:nvPr/>
        </p:nvSpPr>
        <p:spPr>
          <a:xfrm>
            <a:off x="7973568" y="1828800"/>
            <a:ext cx="3474720" cy="1417320"/>
          </a:xfrm>
          <a:prstGeom prst="roundRect">
            <a:avLst>
              <a:gd name="adj" fmla="val 5161"/>
            </a:avLst>
          </a:prstGeom>
          <a:solidFill>
            <a:srgbClr val="FAFAF7"/>
          </a:solidFill>
          <a:ln w="10160">
            <a:solidFill>
              <a:srgbClr val="DCDCD6"/>
            </a:solidFill>
            <a:prstDash val="solid"/>
          </a:ln>
        </p:spPr>
        <p:txBody>
          <a:bodyPr/>
          <a:lstStyle/>
          <a:p>
            <a:endParaRPr lang="ja-JP" altLang="en-US"/>
          </a:p>
        </p:txBody>
      </p:sp>
      <p:sp>
        <p:nvSpPr>
          <p:cNvPr id="41" name="Text 19">
            <a:extLst>
              <a:ext uri="{FF2B5EF4-FFF2-40B4-BE49-F238E27FC236}">
                <a16:creationId xmlns:a16="http://schemas.microsoft.com/office/drawing/2014/main" id="{C33F3B89-130C-DC63-049B-3B517AE098A2}"/>
              </a:ext>
            </a:extLst>
          </p:cNvPr>
          <p:cNvSpPr/>
          <p:nvPr/>
        </p:nvSpPr>
        <p:spPr>
          <a:xfrm>
            <a:off x="8174736" y="1975104"/>
            <a:ext cx="3072384" cy="256032"/>
          </a:xfrm>
          <a:prstGeom prst="rect">
            <a:avLst/>
          </a:prstGeom>
          <a:noFill/>
          <a:ln/>
        </p:spPr>
        <p:txBody>
          <a:bodyPr wrap="square" lIns="0" tIns="0" rIns="0" bIns="0" rtlCol="0" anchor="ctr"/>
          <a:lstStyle/>
          <a:p>
            <a:pPr marL="0" indent="0">
              <a:buNone/>
            </a:pPr>
            <a:r>
              <a:rPr lang="en-US" sz="1300" b="1">
                <a:solidFill>
                  <a:srgbClr val="191919"/>
                </a:solidFill>
                <a:latin typeface="Yu Gothic" pitchFamily="34" charset="0"/>
                <a:ea typeface="Yu Gothic" pitchFamily="34" charset="-122"/>
                <a:cs typeface="Yu Gothic" pitchFamily="34" charset="-120"/>
              </a:rPr>
              <a:t>俯瞰カメラの役割</a:t>
            </a:r>
            <a:endParaRPr lang="en-US" sz="1300"/>
          </a:p>
        </p:txBody>
      </p:sp>
      <p:sp>
        <p:nvSpPr>
          <p:cNvPr id="42" name="Text 20">
            <a:extLst>
              <a:ext uri="{FF2B5EF4-FFF2-40B4-BE49-F238E27FC236}">
                <a16:creationId xmlns:a16="http://schemas.microsoft.com/office/drawing/2014/main" id="{6ECF9273-5011-7280-A61D-7F2471F14C12}"/>
              </a:ext>
            </a:extLst>
          </p:cNvPr>
          <p:cNvSpPr/>
          <p:nvPr/>
        </p:nvSpPr>
        <p:spPr>
          <a:xfrm>
            <a:off x="8174736" y="2304288"/>
            <a:ext cx="3072384" cy="795528"/>
          </a:xfrm>
          <a:prstGeom prst="rect">
            <a:avLst/>
          </a:prstGeom>
          <a:noFill/>
          <a:ln/>
        </p:spPr>
        <p:txBody>
          <a:bodyPr wrap="square" lIns="254" tIns="254" rIns="254" bIns="254" rtlCol="0" anchor="t"/>
          <a:lstStyle/>
          <a:p>
            <a:pPr marL="0" indent="0">
              <a:buNone/>
            </a:pPr>
            <a:r>
              <a:rPr lang="en-US" sz="1050">
                <a:solidFill>
                  <a:srgbClr val="787873"/>
                </a:solidFill>
                <a:latin typeface="Yu Gothic" pitchFamily="34" charset="0"/>
                <a:ea typeface="Yu Gothic" pitchFamily="34" charset="-122"/>
                <a:cs typeface="Yu Gothic" pitchFamily="34" charset="-120"/>
              </a:rPr>
              <a:t>ブロックと目標位置の全体配置を捉える</a:t>
            </a:r>
            <a:endParaRPr lang="en-US" sz="1050"/>
          </a:p>
        </p:txBody>
      </p:sp>
      <p:sp>
        <p:nvSpPr>
          <p:cNvPr id="43" name="Shape 21">
            <a:extLst>
              <a:ext uri="{FF2B5EF4-FFF2-40B4-BE49-F238E27FC236}">
                <a16:creationId xmlns:a16="http://schemas.microsoft.com/office/drawing/2014/main" id="{3CA403E1-A724-F762-D374-B6A20D05040C}"/>
              </a:ext>
            </a:extLst>
          </p:cNvPr>
          <p:cNvSpPr/>
          <p:nvPr/>
        </p:nvSpPr>
        <p:spPr>
          <a:xfrm>
            <a:off x="7973568" y="3456432"/>
            <a:ext cx="3474720" cy="1417320"/>
          </a:xfrm>
          <a:prstGeom prst="roundRect">
            <a:avLst>
              <a:gd name="adj" fmla="val 5161"/>
            </a:avLst>
          </a:prstGeom>
          <a:solidFill>
            <a:srgbClr val="FAFAF7"/>
          </a:solidFill>
          <a:ln w="10160">
            <a:solidFill>
              <a:srgbClr val="DCDCD6"/>
            </a:solidFill>
            <a:prstDash val="solid"/>
          </a:ln>
        </p:spPr>
        <p:txBody>
          <a:bodyPr/>
          <a:lstStyle/>
          <a:p>
            <a:endParaRPr lang="ja-JP" altLang="en-US"/>
          </a:p>
        </p:txBody>
      </p:sp>
      <p:sp>
        <p:nvSpPr>
          <p:cNvPr id="44" name="Text 22">
            <a:extLst>
              <a:ext uri="{FF2B5EF4-FFF2-40B4-BE49-F238E27FC236}">
                <a16:creationId xmlns:a16="http://schemas.microsoft.com/office/drawing/2014/main" id="{FB4CDA04-7837-FBE7-8464-F027CAE24D9E}"/>
              </a:ext>
            </a:extLst>
          </p:cNvPr>
          <p:cNvSpPr/>
          <p:nvPr/>
        </p:nvSpPr>
        <p:spPr>
          <a:xfrm>
            <a:off x="8174736" y="3602736"/>
            <a:ext cx="3072384" cy="256032"/>
          </a:xfrm>
          <a:prstGeom prst="rect">
            <a:avLst/>
          </a:prstGeom>
          <a:noFill/>
          <a:ln/>
        </p:spPr>
        <p:txBody>
          <a:bodyPr wrap="square" lIns="0" tIns="0" rIns="0" bIns="0" rtlCol="0" anchor="ctr"/>
          <a:lstStyle/>
          <a:p>
            <a:pPr marL="0" indent="0">
              <a:buNone/>
            </a:pPr>
            <a:r>
              <a:rPr lang="en-US" sz="1300" b="1">
                <a:solidFill>
                  <a:srgbClr val="191919"/>
                </a:solidFill>
                <a:latin typeface="Yu Gothic" pitchFamily="34" charset="0"/>
                <a:ea typeface="Yu Gothic" pitchFamily="34" charset="-122"/>
                <a:cs typeface="Yu Gothic" pitchFamily="34" charset="-120"/>
              </a:rPr>
              <a:t>手元カメラの役割</a:t>
            </a:r>
            <a:endParaRPr lang="en-US" sz="1300"/>
          </a:p>
        </p:txBody>
      </p:sp>
      <p:sp>
        <p:nvSpPr>
          <p:cNvPr id="45" name="Text 23">
            <a:extLst>
              <a:ext uri="{FF2B5EF4-FFF2-40B4-BE49-F238E27FC236}">
                <a16:creationId xmlns:a16="http://schemas.microsoft.com/office/drawing/2014/main" id="{B8D092B2-2A5F-D9AF-9FBD-E196347487A7}"/>
              </a:ext>
            </a:extLst>
          </p:cNvPr>
          <p:cNvSpPr/>
          <p:nvPr/>
        </p:nvSpPr>
        <p:spPr>
          <a:xfrm>
            <a:off x="8174736" y="3931920"/>
            <a:ext cx="3072384" cy="795528"/>
          </a:xfrm>
          <a:prstGeom prst="rect">
            <a:avLst/>
          </a:prstGeom>
          <a:noFill/>
          <a:ln/>
        </p:spPr>
        <p:txBody>
          <a:bodyPr wrap="square" lIns="254" tIns="254" rIns="254" bIns="254" rtlCol="0" anchor="t"/>
          <a:lstStyle/>
          <a:p>
            <a:pPr marL="0" indent="0">
              <a:buNone/>
            </a:pPr>
            <a:r>
              <a:rPr lang="en-US" sz="1050">
                <a:solidFill>
                  <a:srgbClr val="787873"/>
                </a:solidFill>
                <a:latin typeface="Yu Gothic" pitchFamily="34" charset="0"/>
                <a:ea typeface="Yu Gothic" pitchFamily="34" charset="-122"/>
                <a:cs typeface="Yu Gothic" pitchFamily="34" charset="-120"/>
              </a:rPr>
              <a:t>把持直前・把持中の近傍情報を補う</a:t>
            </a:r>
            <a:endParaRPr lang="en-US" sz="1050"/>
          </a:p>
        </p:txBody>
      </p:sp>
      <p:sp>
        <p:nvSpPr>
          <p:cNvPr id="46" name="Text 24">
            <a:extLst>
              <a:ext uri="{FF2B5EF4-FFF2-40B4-BE49-F238E27FC236}">
                <a16:creationId xmlns:a16="http://schemas.microsoft.com/office/drawing/2014/main" id="{08DDB945-A285-AEFE-576A-8082EA6A4DDD}"/>
              </a:ext>
            </a:extLst>
          </p:cNvPr>
          <p:cNvSpPr/>
          <p:nvPr/>
        </p:nvSpPr>
        <p:spPr>
          <a:xfrm>
            <a:off x="3995928" y="5577840"/>
            <a:ext cx="7261435" cy="594360"/>
          </a:xfrm>
          <a:prstGeom prst="rect">
            <a:avLst/>
          </a:prstGeom>
          <a:noFill/>
          <a:ln/>
        </p:spPr>
        <p:txBody>
          <a:bodyPr wrap="square" lIns="0" tIns="0" rIns="0" bIns="0" rtlCol="0" anchor="ctr"/>
          <a:lstStyle/>
          <a:p>
            <a:pPr marL="0" indent="0">
              <a:buNone/>
            </a:pPr>
            <a:r>
              <a:rPr sz="1900" b="1">
                <a:solidFill>
                  <a:srgbClr val="191919"/>
                </a:solidFill>
                <a:latin typeface="Yu Gothic"/>
              </a:rPr>
              <a:t>目的：全体の位置関係と把持近傍を同時に捉え、次のデータ収集に使う</a:t>
            </a:r>
            <a:endParaRPr lang="en-US" sz="2000"/>
          </a:p>
        </p:txBody>
      </p:sp>
      <p:pic>
        <p:nvPicPr>
          <p:cNvPr id="47" name="Image 0" descr="/mnt/data/FCE19C7C-66CF-4883-A0DB-C960A01BAF68.jpg">
            <a:extLst>
              <a:ext uri="{FF2B5EF4-FFF2-40B4-BE49-F238E27FC236}">
                <a16:creationId xmlns:a16="http://schemas.microsoft.com/office/drawing/2014/main" id="{4F5D0430-BECB-3908-EBE1-04D6EE39A9AC}"/>
              </a:ext>
            </a:extLst>
          </p:cNvPr>
          <p:cNvPicPr>
            <a:picLocks noChangeAspect="1"/>
          </p:cNvPicPr>
          <p:nvPr/>
        </p:nvPicPr>
        <p:blipFill>
          <a:blip r:embed="rId3"/>
          <a:srcRect t="26270" b="26270"/>
          <a:stretch/>
        </p:blipFill>
        <p:spPr>
          <a:xfrm>
            <a:off x="604715" y="1646780"/>
            <a:ext cx="2047043" cy="1295367"/>
          </a:xfrm>
          <a:prstGeom prst="rect">
            <a:avLst/>
          </a:prstGeom>
        </p:spPr>
      </p:pic>
      <p:pic>
        <p:nvPicPr>
          <p:cNvPr id="48" name="Image 1" descr="/mnt/data/0EF6E023-0C54-4887-970E-1B2CB079AF7A.jpg">
            <a:extLst>
              <a:ext uri="{FF2B5EF4-FFF2-40B4-BE49-F238E27FC236}">
                <a16:creationId xmlns:a16="http://schemas.microsoft.com/office/drawing/2014/main" id="{07C029D0-B6F9-2E89-B3D6-F8199D64BFB1}"/>
              </a:ext>
            </a:extLst>
          </p:cNvPr>
          <p:cNvPicPr>
            <a:picLocks noChangeAspect="1"/>
          </p:cNvPicPr>
          <p:nvPr/>
        </p:nvPicPr>
        <p:blipFill>
          <a:blip r:embed="rId4"/>
          <a:srcRect t="7813" b="7813"/>
          <a:stretch/>
        </p:blipFill>
        <p:spPr>
          <a:xfrm>
            <a:off x="638787" y="3872485"/>
            <a:ext cx="2012971" cy="127380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84048" y="274320"/>
            <a:ext cx="2194560" cy="182880"/>
          </a:xfrm>
          <a:prstGeom prst="rect">
            <a:avLst/>
          </a:prstGeom>
          <a:noFill/>
          <a:ln/>
        </p:spPr>
        <p:txBody>
          <a:bodyPr wrap="square" lIns="0" tIns="0" rIns="0" bIns="0" rtlCol="0" anchor="ctr"/>
          <a:lstStyle/>
          <a:p>
            <a:pPr marL="0" indent="0">
              <a:buNone/>
            </a:pPr>
            <a:r>
              <a:rPr lang="en-US" sz="850" b="1">
                <a:solidFill>
                  <a:srgbClr val="F5A000"/>
                </a:solidFill>
                <a:latin typeface="Noto Sans CJK JP"/>
                <a:ea typeface="Noto Sans CJK JP"/>
                <a:cs typeface="Noto Sans CJK JP" pitchFamily="34" charset="-120"/>
              </a:rPr>
              <a:t>9 / DATA COLLECTION</a:t>
            </a:r>
            <a:endParaRPr lang="en-US" sz="850">
              <a:latin typeface="Noto Sans CJK JP"/>
              <a:ea typeface="Noto Sans CJK JP"/>
            </a:endParaRPr>
          </a:p>
        </p:txBody>
      </p:sp>
      <p:sp>
        <p:nvSpPr>
          <p:cNvPr id="3" name="Text 1"/>
          <p:cNvSpPr/>
          <p:nvPr/>
        </p:nvSpPr>
        <p:spPr>
          <a:xfrm>
            <a:off x="384048" y="576072"/>
            <a:ext cx="8046720" cy="365760"/>
          </a:xfrm>
          <a:prstGeom prst="rect">
            <a:avLst/>
          </a:prstGeom>
          <a:noFill/>
          <a:ln/>
        </p:spPr>
        <p:txBody>
          <a:bodyPr wrap="square" lIns="0" tIns="0" rIns="0" bIns="0" rtlCol="0" anchor="ctr"/>
          <a:lstStyle/>
          <a:p>
            <a:pPr marL="0" indent="0">
              <a:buNone/>
            </a:pPr>
            <a:r>
              <a:rPr lang="en-US" sz="2200" b="1">
                <a:solidFill>
                  <a:srgbClr val="222222"/>
                </a:solidFill>
                <a:latin typeface="Noto Sans CJK JP" pitchFamily="34" charset="0"/>
                <a:ea typeface="Noto Sans CJK JP" pitchFamily="34" charset="-122"/>
                <a:cs typeface="Noto Sans CJK JP" pitchFamily="34" charset="-120"/>
              </a:rPr>
              <a:t>テレオペレーションで100エピソード収録</a:t>
            </a:r>
            <a:endParaRPr lang="en-US" sz="2200"/>
          </a:p>
        </p:txBody>
      </p:sp>
      <p:sp>
        <p:nvSpPr>
          <p:cNvPr id="4" name="Text 2"/>
          <p:cNvSpPr/>
          <p:nvPr/>
        </p:nvSpPr>
        <p:spPr>
          <a:xfrm>
            <a:off x="384048" y="960120"/>
            <a:ext cx="10789920" cy="256032"/>
          </a:xfrm>
          <a:prstGeom prst="rect">
            <a:avLst/>
          </a:prstGeom>
          <a:noFill/>
          <a:ln/>
        </p:spPr>
        <p:txBody>
          <a:bodyPr wrap="square" lIns="0" tIns="0" rIns="0" bIns="0" rtlCol="0" anchor="ctr"/>
          <a:lstStyle/>
          <a:p>
            <a:pPr marL="0" indent="0">
              <a:buNone/>
            </a:pPr>
            <a:r>
              <a:rPr lang="en-US" sz="950">
                <a:solidFill>
                  <a:srgbClr val="666666"/>
                </a:solidFill>
                <a:latin typeface="Noto Sans CJK JP" pitchFamily="34" charset="0"/>
                <a:ea typeface="Noto Sans CJK JP" pitchFamily="34" charset="-122"/>
                <a:cs typeface="Noto Sans CJK JP" pitchFamily="34" charset="-120"/>
              </a:rPr>
              <a:t>2カメラ化した構成で、Pick &amp; Placeの実演データを蓄積</a:t>
            </a:r>
            <a:endParaRPr lang="en-US" sz="950"/>
          </a:p>
        </p:txBody>
      </p:sp>
      <p:sp>
        <p:nvSpPr>
          <p:cNvPr id="5" name="Shape 3"/>
          <p:cNvSpPr/>
          <p:nvPr/>
        </p:nvSpPr>
        <p:spPr>
          <a:xfrm>
            <a:off x="475488" y="1417320"/>
            <a:ext cx="6941312" cy="4480560"/>
          </a:xfrm>
          <a:prstGeom prst="roundRect">
            <a:avLst>
              <a:gd name="adj" fmla="val 962"/>
            </a:avLst>
          </a:prstGeom>
          <a:solidFill>
            <a:srgbClr val="FFFFFF"/>
          </a:solidFill>
          <a:ln w="10160">
            <a:solidFill>
              <a:srgbClr val="E8E8E5"/>
            </a:solidFill>
            <a:prstDash val="solid"/>
          </a:ln>
          <a:effectLst>
            <a:outerShdw blurRad="12700" dist="5080" dir="2700000" algn="bl" rotWithShape="0">
              <a:srgbClr val="000000">
                <a:alpha val="12000"/>
              </a:srgbClr>
            </a:outerShdw>
          </a:effectLst>
        </p:spPr>
        <p:txBody>
          <a:bodyPr/>
          <a:lstStyle/>
          <a:p>
            <a:endParaRPr lang="ja-JP" altLang="en-US"/>
          </a:p>
        </p:txBody>
      </p:sp>
      <p:pic>
        <p:nvPicPr>
          <p:cNvPr id="6" name="Image 0" descr="/mnt/data/03D64056-B744-4C73-AF7F-846ECD5D4AE8_1_105_c.jpeg"/>
          <p:cNvPicPr>
            <a:picLocks noChangeAspect="1"/>
          </p:cNvPicPr>
          <p:nvPr/>
        </p:nvPicPr>
        <p:blipFill>
          <a:blip r:embed="rId3"/>
          <a:srcRect l="2808" r="2808"/>
          <a:stretch/>
        </p:blipFill>
        <p:spPr>
          <a:xfrm>
            <a:off x="621792" y="1563624"/>
            <a:ext cx="6400318" cy="3767328"/>
          </a:xfrm>
          <a:prstGeom prst="rect">
            <a:avLst/>
          </a:prstGeom>
        </p:spPr>
      </p:pic>
      <p:sp>
        <p:nvSpPr>
          <p:cNvPr id="7" name="Text 4"/>
          <p:cNvSpPr/>
          <p:nvPr/>
        </p:nvSpPr>
        <p:spPr>
          <a:xfrm>
            <a:off x="716280" y="5477256"/>
            <a:ext cx="2926080" cy="219456"/>
          </a:xfrm>
          <a:prstGeom prst="rect">
            <a:avLst/>
          </a:prstGeom>
          <a:noFill/>
          <a:ln/>
        </p:spPr>
        <p:txBody>
          <a:bodyPr wrap="square" lIns="0" tIns="0" rIns="0" bIns="0" rtlCol="0" anchor="ctr"/>
          <a:lstStyle/>
          <a:p>
            <a:pPr marL="0" indent="0">
              <a:buNone/>
            </a:pPr>
            <a:r>
              <a:rPr lang="en-US" sz="1000" b="1">
                <a:solidFill>
                  <a:srgbClr val="666666"/>
                </a:solidFill>
                <a:latin typeface="Noto Sans CJK JP" pitchFamily="34" charset="0"/>
                <a:ea typeface="Noto Sans CJK JP" pitchFamily="34" charset="-122"/>
                <a:cs typeface="Noto Sans CJK JP" pitchFamily="34" charset="-120"/>
              </a:rPr>
              <a:t>100エピソード収録の様子</a:t>
            </a:r>
            <a:endParaRPr lang="en-US" sz="1000"/>
          </a:p>
        </p:txBody>
      </p:sp>
      <p:sp>
        <p:nvSpPr>
          <p:cNvPr id="8" name="Shape 5"/>
          <p:cNvSpPr/>
          <p:nvPr/>
        </p:nvSpPr>
        <p:spPr>
          <a:xfrm>
            <a:off x="8138160" y="1417320"/>
            <a:ext cx="3566160" cy="1078992"/>
          </a:xfrm>
          <a:prstGeom prst="roundRect">
            <a:avLst>
              <a:gd name="adj" fmla="val 5085"/>
            </a:avLst>
          </a:prstGeom>
          <a:solidFill>
            <a:srgbClr val="FFF8EA"/>
          </a:solidFill>
          <a:ln w="15240">
            <a:solidFill>
              <a:srgbClr val="F5A000"/>
            </a:solidFill>
            <a:prstDash val="solid"/>
          </a:ln>
        </p:spPr>
        <p:txBody>
          <a:bodyPr/>
          <a:lstStyle/>
          <a:p>
            <a:endParaRPr lang="ja-JP" altLang="en-US"/>
          </a:p>
        </p:txBody>
      </p:sp>
      <p:sp>
        <p:nvSpPr>
          <p:cNvPr id="9" name="Text 6"/>
          <p:cNvSpPr/>
          <p:nvPr/>
        </p:nvSpPr>
        <p:spPr>
          <a:xfrm>
            <a:off x="8366760" y="1664208"/>
            <a:ext cx="3090672" cy="338328"/>
          </a:xfrm>
          <a:prstGeom prst="rect">
            <a:avLst/>
          </a:prstGeom>
          <a:noFill/>
          <a:ln/>
        </p:spPr>
        <p:txBody>
          <a:bodyPr wrap="square" lIns="0" tIns="0" rIns="0" bIns="0" rtlCol="0" anchor="ctr"/>
          <a:lstStyle/>
          <a:p>
            <a:pPr marL="0" indent="0" algn="ctr">
              <a:buNone/>
            </a:pPr>
            <a:r>
              <a:rPr lang="en-US" sz="2200" b="1">
                <a:solidFill>
                  <a:srgbClr val="EB8A00"/>
                </a:solidFill>
                <a:latin typeface="Noto Sans CJK JP" pitchFamily="34" charset="0"/>
                <a:ea typeface="Noto Sans CJK JP" pitchFamily="34" charset="-122"/>
                <a:cs typeface="Noto Sans CJK JP" pitchFamily="34" charset="-120"/>
              </a:rPr>
              <a:t>100 episodes</a:t>
            </a:r>
            <a:endParaRPr lang="en-US" sz="2200"/>
          </a:p>
        </p:txBody>
      </p:sp>
      <p:sp>
        <p:nvSpPr>
          <p:cNvPr id="10" name="Text 7"/>
          <p:cNvSpPr/>
          <p:nvPr/>
        </p:nvSpPr>
        <p:spPr>
          <a:xfrm>
            <a:off x="8366760" y="2039112"/>
            <a:ext cx="3090672" cy="219456"/>
          </a:xfrm>
          <a:prstGeom prst="rect">
            <a:avLst/>
          </a:prstGeom>
          <a:noFill/>
          <a:ln/>
        </p:spPr>
        <p:txBody>
          <a:bodyPr wrap="square" lIns="0" tIns="0" rIns="0" bIns="0" rtlCol="0" anchor="ctr"/>
          <a:lstStyle/>
          <a:p>
            <a:pPr marL="0" indent="0" algn="ctr">
              <a:buNone/>
            </a:pPr>
            <a:r>
              <a:rPr lang="en-US" sz="950">
                <a:solidFill>
                  <a:srgbClr val="666666"/>
                </a:solidFill>
                <a:latin typeface="Noto Sans CJK JP" pitchFamily="34" charset="0"/>
                <a:ea typeface="Noto Sans CJK JP" pitchFamily="34" charset="-122"/>
                <a:cs typeface="Noto Sans CJK JP" pitchFamily="34" charset="-120"/>
              </a:rPr>
              <a:t>テレオペレーションによる実演</a:t>
            </a:r>
            <a:endParaRPr lang="en-US" sz="950"/>
          </a:p>
        </p:txBody>
      </p:sp>
      <p:sp>
        <p:nvSpPr>
          <p:cNvPr id="11" name="Shape 8"/>
          <p:cNvSpPr/>
          <p:nvPr/>
        </p:nvSpPr>
        <p:spPr>
          <a:xfrm>
            <a:off x="8138160" y="2724912"/>
            <a:ext cx="3566160" cy="896112"/>
          </a:xfrm>
          <a:prstGeom prst="roundRect">
            <a:avLst>
              <a:gd name="adj" fmla="val 4082"/>
            </a:avLst>
          </a:prstGeom>
          <a:solidFill>
            <a:srgbClr val="F7F7F5"/>
          </a:solidFill>
          <a:ln w="8890">
            <a:solidFill>
              <a:srgbClr val="E8E8E5"/>
            </a:solidFill>
            <a:prstDash val="solid"/>
          </a:ln>
        </p:spPr>
        <p:txBody>
          <a:bodyPr/>
          <a:lstStyle/>
          <a:p>
            <a:endParaRPr lang="ja-JP" altLang="en-US"/>
          </a:p>
        </p:txBody>
      </p:sp>
      <p:sp>
        <p:nvSpPr>
          <p:cNvPr id="12" name="Text 9"/>
          <p:cNvSpPr/>
          <p:nvPr/>
        </p:nvSpPr>
        <p:spPr>
          <a:xfrm>
            <a:off x="8321040" y="2871216"/>
            <a:ext cx="777240" cy="201168"/>
          </a:xfrm>
          <a:prstGeom prst="rect">
            <a:avLst/>
          </a:prstGeom>
          <a:noFill/>
          <a:ln/>
        </p:spPr>
        <p:txBody>
          <a:bodyPr wrap="square" lIns="0" tIns="0" rIns="0" bIns="0" rtlCol="0" anchor="ctr"/>
          <a:lstStyle/>
          <a:p>
            <a:pPr marL="0" indent="0">
              <a:buNone/>
            </a:pPr>
            <a:r>
              <a:rPr lang="en-US" sz="850" b="1">
                <a:solidFill>
                  <a:srgbClr val="EB8A00"/>
                </a:solidFill>
                <a:latin typeface="Noto Sans CJK JP" pitchFamily="34" charset="0"/>
                <a:ea typeface="Noto Sans CJK JP" pitchFamily="34" charset="-122"/>
                <a:cs typeface="Noto Sans CJK JP" pitchFamily="34" charset="-120"/>
              </a:rPr>
              <a:t>Task</a:t>
            </a:r>
            <a:endParaRPr lang="en-US" sz="850"/>
          </a:p>
        </p:txBody>
      </p:sp>
      <p:sp>
        <p:nvSpPr>
          <p:cNvPr id="13" name="Text 10"/>
          <p:cNvSpPr/>
          <p:nvPr/>
        </p:nvSpPr>
        <p:spPr>
          <a:xfrm>
            <a:off x="8321040" y="3118104"/>
            <a:ext cx="3154680" cy="384048"/>
          </a:xfrm>
          <a:prstGeom prst="rect">
            <a:avLst/>
          </a:prstGeom>
          <a:noFill/>
          <a:ln/>
        </p:spPr>
        <p:txBody>
          <a:bodyPr wrap="square" lIns="0" tIns="0" rIns="0" bIns="0" rtlCol="0" anchor="ctr">
            <a:normAutofit/>
          </a:bodyPr>
          <a:lstStyle/>
          <a:p>
            <a:pPr marL="0" indent="0">
              <a:buNone/>
            </a:pPr>
            <a:r>
              <a:rPr lang="en-US" sz="1030">
                <a:solidFill>
                  <a:srgbClr val="222222"/>
                </a:solidFill>
                <a:latin typeface="Noto Sans CJK JP" pitchFamily="34" charset="0"/>
                <a:ea typeface="Noto Sans CJK JP" pitchFamily="34" charset="-122"/>
                <a:cs typeface="Noto Sans CJK JP" pitchFamily="34" charset="-120"/>
              </a:rPr>
              <a:t>青いブロックをつかみ</a:t>
            </a:r>
            <a:endParaRPr lang="en-US" sz="1030"/>
          </a:p>
          <a:p>
            <a:pPr marL="0" indent="0">
              <a:buNone/>
            </a:pPr>
            <a:r>
              <a:rPr lang="en-US" sz="1030">
                <a:solidFill>
                  <a:srgbClr val="222222"/>
                </a:solidFill>
                <a:latin typeface="Noto Sans CJK JP" pitchFamily="34" charset="0"/>
                <a:ea typeface="Noto Sans CJK JP" pitchFamily="34" charset="-122"/>
                <a:cs typeface="Noto Sans CJK JP" pitchFamily="34" charset="-120"/>
              </a:rPr>
              <a:t>緑の四角へ置く</a:t>
            </a:r>
            <a:endParaRPr lang="en-US" sz="1030"/>
          </a:p>
        </p:txBody>
      </p:sp>
      <p:sp>
        <p:nvSpPr>
          <p:cNvPr id="14" name="Shape 11"/>
          <p:cNvSpPr/>
          <p:nvPr/>
        </p:nvSpPr>
        <p:spPr>
          <a:xfrm>
            <a:off x="8138160" y="3749040"/>
            <a:ext cx="3566160" cy="896112"/>
          </a:xfrm>
          <a:prstGeom prst="roundRect">
            <a:avLst>
              <a:gd name="adj" fmla="val 4082"/>
            </a:avLst>
          </a:prstGeom>
          <a:solidFill>
            <a:srgbClr val="F7F7F5"/>
          </a:solidFill>
          <a:ln w="8890">
            <a:solidFill>
              <a:srgbClr val="E8E8E5"/>
            </a:solidFill>
            <a:prstDash val="solid"/>
          </a:ln>
        </p:spPr>
        <p:txBody>
          <a:bodyPr/>
          <a:lstStyle/>
          <a:p>
            <a:endParaRPr lang="ja-JP" altLang="en-US"/>
          </a:p>
        </p:txBody>
      </p:sp>
      <p:sp>
        <p:nvSpPr>
          <p:cNvPr id="15" name="Text 12"/>
          <p:cNvSpPr/>
          <p:nvPr/>
        </p:nvSpPr>
        <p:spPr>
          <a:xfrm>
            <a:off x="8321040" y="3895344"/>
            <a:ext cx="777240" cy="201168"/>
          </a:xfrm>
          <a:prstGeom prst="rect">
            <a:avLst/>
          </a:prstGeom>
          <a:noFill/>
          <a:ln/>
        </p:spPr>
        <p:txBody>
          <a:bodyPr wrap="square" lIns="0" tIns="0" rIns="0" bIns="0" rtlCol="0" anchor="ctr"/>
          <a:lstStyle/>
          <a:p>
            <a:pPr marL="0" indent="0">
              <a:buNone/>
            </a:pPr>
            <a:r>
              <a:rPr lang="en-US" sz="850" b="1">
                <a:solidFill>
                  <a:srgbClr val="EB8A00"/>
                </a:solidFill>
                <a:latin typeface="Noto Sans CJK JP" pitchFamily="34" charset="0"/>
                <a:ea typeface="Noto Sans CJK JP" pitchFamily="34" charset="-122"/>
                <a:cs typeface="Noto Sans CJK JP" pitchFamily="34" charset="-120"/>
              </a:rPr>
              <a:t>同時記録</a:t>
            </a:r>
            <a:endParaRPr lang="en-US" sz="850"/>
          </a:p>
        </p:txBody>
      </p:sp>
      <p:sp>
        <p:nvSpPr>
          <p:cNvPr id="16" name="Text 13"/>
          <p:cNvSpPr/>
          <p:nvPr/>
        </p:nvSpPr>
        <p:spPr>
          <a:xfrm>
            <a:off x="8321040" y="4142232"/>
            <a:ext cx="3154680" cy="384048"/>
          </a:xfrm>
          <a:prstGeom prst="rect">
            <a:avLst/>
          </a:prstGeom>
          <a:noFill/>
          <a:ln/>
        </p:spPr>
        <p:txBody>
          <a:bodyPr wrap="square" lIns="0" tIns="0" rIns="0" bIns="0" rtlCol="0" anchor="ctr">
            <a:normAutofit/>
          </a:bodyPr>
          <a:lstStyle/>
          <a:p>
            <a:pPr marL="0" indent="0">
              <a:buNone/>
            </a:pPr>
            <a:r>
              <a:rPr lang="en-US" sz="1030">
                <a:solidFill>
                  <a:srgbClr val="222222"/>
                </a:solidFill>
                <a:latin typeface="Noto Sans CJK JP" pitchFamily="34" charset="0"/>
                <a:ea typeface="Noto Sans CJK JP" pitchFamily="34" charset="-122"/>
                <a:cs typeface="Noto Sans CJK JP" pitchFamily="34" charset="-120"/>
              </a:rPr>
              <a:t>hand / top の2映像</a:t>
            </a:r>
            <a:endParaRPr lang="en-US" sz="1030"/>
          </a:p>
          <a:p>
            <a:pPr marL="0" indent="0">
              <a:buNone/>
            </a:pPr>
            <a:r>
              <a:rPr lang="en-US" sz="1030">
                <a:solidFill>
                  <a:srgbClr val="222222"/>
                </a:solidFill>
                <a:latin typeface="Noto Sans CJK JP" pitchFamily="34" charset="0"/>
                <a:ea typeface="Noto Sans CJK JP" pitchFamily="34" charset="-122"/>
                <a:cs typeface="Noto Sans CJK JP" pitchFamily="34" charset="-120"/>
              </a:rPr>
              <a:t>+ 関節状態 + Action</a:t>
            </a:r>
            <a:endParaRPr lang="en-US" sz="1030"/>
          </a:p>
        </p:txBody>
      </p:sp>
      <p:sp>
        <p:nvSpPr>
          <p:cNvPr id="17" name="Shape 14"/>
          <p:cNvSpPr/>
          <p:nvPr/>
        </p:nvSpPr>
        <p:spPr>
          <a:xfrm>
            <a:off x="8138160" y="4773168"/>
            <a:ext cx="3566160" cy="896112"/>
          </a:xfrm>
          <a:prstGeom prst="roundRect">
            <a:avLst>
              <a:gd name="adj" fmla="val 4082"/>
            </a:avLst>
          </a:prstGeom>
          <a:solidFill>
            <a:srgbClr val="F7F7F5"/>
          </a:solidFill>
          <a:ln w="8890">
            <a:solidFill>
              <a:srgbClr val="E8E8E5"/>
            </a:solidFill>
            <a:prstDash val="solid"/>
          </a:ln>
        </p:spPr>
        <p:txBody>
          <a:bodyPr/>
          <a:lstStyle/>
          <a:p>
            <a:endParaRPr lang="ja-JP" altLang="en-US"/>
          </a:p>
        </p:txBody>
      </p:sp>
      <p:sp>
        <p:nvSpPr>
          <p:cNvPr id="18" name="Text 15"/>
          <p:cNvSpPr/>
          <p:nvPr/>
        </p:nvSpPr>
        <p:spPr>
          <a:xfrm>
            <a:off x="8321040" y="4919472"/>
            <a:ext cx="777240" cy="201168"/>
          </a:xfrm>
          <a:prstGeom prst="rect">
            <a:avLst/>
          </a:prstGeom>
          <a:noFill/>
          <a:ln/>
        </p:spPr>
        <p:txBody>
          <a:bodyPr wrap="square" lIns="0" tIns="0" rIns="0" bIns="0" rtlCol="0" anchor="ctr"/>
          <a:lstStyle/>
          <a:p>
            <a:pPr marL="0" indent="0">
              <a:buNone/>
            </a:pPr>
            <a:r>
              <a:rPr lang="en-US" sz="850" b="1">
                <a:solidFill>
                  <a:srgbClr val="EB8A00"/>
                </a:solidFill>
                <a:latin typeface="Noto Sans CJK JP" pitchFamily="34" charset="0"/>
                <a:ea typeface="Noto Sans CJK JP" pitchFamily="34" charset="-122"/>
                <a:cs typeface="Noto Sans CJK JP" pitchFamily="34" charset="-120"/>
              </a:rPr>
              <a:t>Dataset</a:t>
            </a:r>
            <a:endParaRPr lang="en-US" sz="850"/>
          </a:p>
        </p:txBody>
      </p:sp>
      <p:sp>
        <p:nvSpPr>
          <p:cNvPr id="19" name="Text 16"/>
          <p:cNvSpPr/>
          <p:nvPr/>
        </p:nvSpPr>
        <p:spPr>
          <a:xfrm>
            <a:off x="8321040" y="5166360"/>
            <a:ext cx="3154680" cy="384048"/>
          </a:xfrm>
          <a:prstGeom prst="rect">
            <a:avLst/>
          </a:prstGeom>
          <a:noFill/>
          <a:ln/>
        </p:spPr>
        <p:txBody>
          <a:bodyPr wrap="square" lIns="0" tIns="0" rIns="0" bIns="0" rtlCol="0" anchor="ctr">
            <a:normAutofit/>
          </a:bodyPr>
          <a:lstStyle/>
          <a:p>
            <a:pPr marL="0" indent="0">
              <a:buNone/>
            </a:pPr>
            <a:r>
              <a:rPr lang="en-US" sz="1030" b="1" err="1">
                <a:solidFill>
                  <a:srgbClr val="222222"/>
                </a:solidFill>
                <a:latin typeface="Noto Sans CJK JP" pitchFamily="34" charset="0"/>
                <a:ea typeface="Noto Sans CJK JP" pitchFamily="34" charset="-122"/>
                <a:cs typeface="Noto Sans CJK JP" pitchFamily="34" charset="-120"/>
              </a:rPr>
              <a:t>HuggingFace</a:t>
            </a:r>
            <a:r>
              <a:rPr lang="en-US" sz="1030" b="1">
                <a:solidFill>
                  <a:srgbClr val="222222"/>
                </a:solidFill>
                <a:latin typeface="Noto Sans CJK JP" pitchFamily="34" charset="0"/>
                <a:ea typeface="Noto Sans CJK JP" pitchFamily="34" charset="-122"/>
                <a:cs typeface="Noto Sans CJK JP" pitchFamily="34" charset="-120"/>
              </a:rPr>
              <a:t> </a:t>
            </a:r>
            <a:r>
              <a:rPr lang="en-US" sz="1030" b="1" err="1">
                <a:solidFill>
                  <a:srgbClr val="222222"/>
                </a:solidFill>
                <a:latin typeface="Noto Sans CJK JP" pitchFamily="34" charset="0"/>
                <a:ea typeface="Noto Sans CJK JP" pitchFamily="34" charset="-122"/>
                <a:cs typeface="Noto Sans CJK JP" pitchFamily="34" charset="-120"/>
              </a:rPr>
              <a:t>に保存される</a:t>
            </a:r>
            <a:endParaRPr lang="en-US" sz="1030"/>
          </a:p>
        </p:txBody>
      </p:sp>
      <p:sp>
        <p:nvSpPr>
          <p:cNvPr id="20" name="Text 17"/>
          <p:cNvSpPr/>
          <p:nvPr/>
        </p:nvSpPr>
        <p:spPr>
          <a:xfrm>
            <a:off x="5275853" y="6121908"/>
            <a:ext cx="6309830" cy="338328"/>
          </a:xfrm>
          <a:prstGeom prst="rect">
            <a:avLst/>
          </a:prstGeom>
          <a:noFill/>
          <a:ln/>
        </p:spPr>
        <p:txBody>
          <a:bodyPr wrap="square" lIns="0" tIns="0" rIns="0" bIns="0" rtlCol="0" anchor="ctr"/>
          <a:lstStyle/>
          <a:p>
            <a:pPr marL="0" indent="0" algn="ctr">
              <a:buNone/>
            </a:pPr>
            <a:r>
              <a:rPr lang="en-US" sz="1400" b="1">
                <a:solidFill>
                  <a:srgbClr val="222222"/>
                </a:solidFill>
                <a:latin typeface="Noto Sans CJK JP" pitchFamily="34" charset="0"/>
                <a:ea typeface="Noto Sans CJK JP" pitchFamily="34" charset="-122"/>
                <a:cs typeface="Noto Sans CJK JP" pitchFamily="34" charset="-120"/>
              </a:rPr>
              <a:t>Leaderを人が操作 → Followerが追従 → その動きを学習データとして記録</a:t>
            </a:r>
            <a:endParaRPr lang="en-US" sz="1400"/>
          </a:p>
        </p:txBody>
      </p:sp>
      <p:sp>
        <p:nvSpPr>
          <p:cNvPr id="21" name="Text 18"/>
          <p:cNvSpPr/>
          <p:nvPr/>
        </p:nvSpPr>
        <p:spPr>
          <a:xfrm>
            <a:off x="11658600" y="6519672"/>
            <a:ext cx="256032" cy="164592"/>
          </a:xfrm>
          <a:prstGeom prst="rect">
            <a:avLst/>
          </a:prstGeom>
          <a:noFill/>
          <a:ln/>
        </p:spPr>
        <p:txBody>
          <a:bodyPr wrap="square" lIns="0" tIns="0" rIns="0" bIns="0" rtlCol="0" anchor="ctr"/>
          <a:lstStyle/>
          <a:p>
            <a:pPr marL="0" indent="0" algn="r">
              <a:buNone/>
            </a:pPr>
            <a:r>
              <a:rPr lang="en-US" sz="800">
                <a:solidFill>
                  <a:srgbClr val="777777"/>
                </a:solidFill>
                <a:latin typeface="Noto Sans CJK JP" pitchFamily="34" charset="0"/>
                <a:ea typeface="Noto Sans CJK JP" pitchFamily="34" charset="-122"/>
                <a:cs typeface="Noto Sans CJK JP" pitchFamily="34" charset="-120"/>
              </a:rPr>
              <a:t>10</a:t>
            </a:r>
            <a:endParaRPr lang="en-US" sz="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75488" y="256032"/>
            <a:ext cx="2377440" cy="201168"/>
          </a:xfrm>
          <a:prstGeom prst="rect">
            <a:avLst/>
          </a:prstGeom>
          <a:noFill/>
          <a:ln/>
        </p:spPr>
        <p:txBody>
          <a:bodyPr wrap="square" lIns="0" tIns="0" rIns="0" bIns="0" rtlCol="0" anchor="ctr"/>
          <a:lstStyle/>
          <a:p>
            <a:pPr marL="0" indent="0">
              <a:buNone/>
            </a:pPr>
            <a:r>
              <a:rPr lang="en-US" sz="900" b="1">
                <a:solidFill>
                  <a:srgbClr val="FFA900"/>
                </a:solidFill>
                <a:latin typeface="Aptos"/>
                <a:ea typeface="Aptos" pitchFamily="34" charset="-122"/>
                <a:cs typeface="Aptos" pitchFamily="34" charset="-120"/>
              </a:rPr>
              <a:t>10 / MODEL</a:t>
            </a:r>
            <a:endParaRPr lang="en-US" sz="900">
              <a:latin typeface="Aptos"/>
            </a:endParaRPr>
          </a:p>
        </p:txBody>
      </p:sp>
      <p:sp>
        <p:nvSpPr>
          <p:cNvPr id="3" name="Text 1"/>
          <p:cNvSpPr/>
          <p:nvPr/>
        </p:nvSpPr>
        <p:spPr>
          <a:xfrm>
            <a:off x="475488" y="566928"/>
            <a:ext cx="7680960" cy="411480"/>
          </a:xfrm>
          <a:prstGeom prst="rect">
            <a:avLst/>
          </a:prstGeom>
          <a:noFill/>
          <a:ln/>
        </p:spPr>
        <p:txBody>
          <a:bodyPr wrap="square" lIns="0" tIns="0" rIns="0" bIns="0" rtlCol="0" anchor="ctr"/>
          <a:lstStyle/>
          <a:p>
            <a:pPr marL="0" indent="0">
              <a:buNone/>
            </a:pPr>
            <a:r>
              <a:rPr lang="en-US" sz="2400" b="1">
                <a:solidFill>
                  <a:srgbClr val="191919"/>
                </a:solidFill>
                <a:latin typeface="Yu Gothic" pitchFamily="34" charset="0"/>
                <a:ea typeface="Yu Gothic" pitchFamily="34" charset="-122"/>
                <a:cs typeface="Yu Gothic" pitchFamily="34" charset="-120"/>
              </a:rPr>
              <a:t>ACTモデルの作成</a:t>
            </a:r>
            <a:endParaRPr lang="en-US" sz="2400"/>
          </a:p>
        </p:txBody>
      </p:sp>
      <p:sp>
        <p:nvSpPr>
          <p:cNvPr id="4" name="Text 2"/>
          <p:cNvSpPr/>
          <p:nvPr/>
        </p:nvSpPr>
        <p:spPr>
          <a:xfrm>
            <a:off x="475488" y="1014984"/>
            <a:ext cx="8046720" cy="274320"/>
          </a:xfrm>
          <a:prstGeom prst="rect">
            <a:avLst/>
          </a:prstGeom>
          <a:noFill/>
          <a:ln/>
        </p:spPr>
        <p:txBody>
          <a:bodyPr wrap="square" lIns="0" tIns="0" rIns="0" bIns="0" rtlCol="0" anchor="ctr"/>
          <a:lstStyle/>
          <a:p>
            <a:pPr marL="0" indent="0">
              <a:buNone/>
            </a:pPr>
            <a:r>
              <a:rPr lang="en-US" sz="1050">
                <a:solidFill>
                  <a:srgbClr val="787873"/>
                </a:solidFill>
                <a:latin typeface="Yu Gothic" pitchFamily="34" charset="0"/>
                <a:ea typeface="Yu Gothic" pitchFamily="34" charset="-122"/>
                <a:cs typeface="Yu Gothic" pitchFamily="34" charset="-120"/>
              </a:rPr>
              <a:t>2つの画像とアーム状態から、次の動作列を予測</a:t>
            </a:r>
            <a:endParaRPr lang="en-US" sz="1050"/>
          </a:p>
        </p:txBody>
      </p:sp>
      <p:sp>
        <p:nvSpPr>
          <p:cNvPr id="5" name="Shape 3"/>
          <p:cNvSpPr/>
          <p:nvPr/>
        </p:nvSpPr>
        <p:spPr>
          <a:xfrm>
            <a:off x="658368" y="1783080"/>
            <a:ext cx="2057400" cy="987552"/>
          </a:xfrm>
          <a:prstGeom prst="roundRect">
            <a:avLst>
              <a:gd name="adj" fmla="val 7407"/>
            </a:avLst>
          </a:prstGeom>
          <a:solidFill>
            <a:srgbClr val="FAFAF7"/>
          </a:solidFill>
          <a:ln w="10160">
            <a:solidFill>
              <a:srgbClr val="DCDCD6"/>
            </a:solidFill>
            <a:prstDash val="solid"/>
          </a:ln>
        </p:spPr>
        <p:txBody>
          <a:bodyPr/>
          <a:lstStyle/>
          <a:p>
            <a:endParaRPr lang="ja-JP" altLang="en-US"/>
          </a:p>
        </p:txBody>
      </p:sp>
      <p:sp>
        <p:nvSpPr>
          <p:cNvPr id="6" name="Text 4"/>
          <p:cNvSpPr/>
          <p:nvPr/>
        </p:nvSpPr>
        <p:spPr>
          <a:xfrm>
            <a:off x="859536" y="1929384"/>
            <a:ext cx="1655064" cy="256032"/>
          </a:xfrm>
          <a:prstGeom prst="rect">
            <a:avLst/>
          </a:prstGeom>
          <a:noFill/>
          <a:ln/>
        </p:spPr>
        <p:txBody>
          <a:bodyPr wrap="square" lIns="0" tIns="0" rIns="0" bIns="0" rtlCol="0" anchor="ctr"/>
          <a:lstStyle/>
          <a:p>
            <a:pPr marL="0" indent="0">
              <a:buNone/>
            </a:pPr>
            <a:r>
              <a:rPr lang="en-US" sz="1250" b="1">
                <a:solidFill>
                  <a:srgbClr val="191919"/>
                </a:solidFill>
                <a:latin typeface="Yu Gothic" pitchFamily="34" charset="0"/>
                <a:ea typeface="Yu Gothic" pitchFamily="34" charset="-122"/>
                <a:cs typeface="Yu Gothic" pitchFamily="34" charset="-120"/>
              </a:rPr>
              <a:t>手元画像</a:t>
            </a:r>
            <a:endParaRPr lang="en-US" sz="1250"/>
          </a:p>
        </p:txBody>
      </p:sp>
      <p:sp>
        <p:nvSpPr>
          <p:cNvPr id="7" name="Text 5"/>
          <p:cNvSpPr/>
          <p:nvPr/>
        </p:nvSpPr>
        <p:spPr>
          <a:xfrm>
            <a:off x="859536" y="2258568"/>
            <a:ext cx="1655064" cy="365760"/>
          </a:xfrm>
          <a:prstGeom prst="rect">
            <a:avLst/>
          </a:prstGeom>
          <a:noFill/>
          <a:ln/>
        </p:spPr>
        <p:txBody>
          <a:bodyPr wrap="square" lIns="254" tIns="254" rIns="254" bIns="254" rtlCol="0" anchor="t"/>
          <a:lstStyle/>
          <a:p>
            <a:pPr marL="0" indent="0">
              <a:buNone/>
            </a:pPr>
            <a:r>
              <a:rPr lang="en-US" sz="920">
                <a:solidFill>
                  <a:srgbClr val="787873"/>
                </a:solidFill>
                <a:latin typeface="Yu Gothic" pitchFamily="34" charset="0"/>
                <a:ea typeface="Yu Gothic" pitchFamily="34" charset="-122"/>
                <a:cs typeface="Yu Gothic" pitchFamily="34" charset="-120"/>
              </a:rPr>
              <a:t>observation.images.hand</a:t>
            </a:r>
            <a:endParaRPr lang="en-US" sz="920"/>
          </a:p>
        </p:txBody>
      </p:sp>
      <p:sp>
        <p:nvSpPr>
          <p:cNvPr id="8" name="Shape 6"/>
          <p:cNvSpPr/>
          <p:nvPr/>
        </p:nvSpPr>
        <p:spPr>
          <a:xfrm>
            <a:off x="658368" y="2944368"/>
            <a:ext cx="2057400" cy="987552"/>
          </a:xfrm>
          <a:prstGeom prst="roundRect">
            <a:avLst>
              <a:gd name="adj" fmla="val 7407"/>
            </a:avLst>
          </a:prstGeom>
          <a:solidFill>
            <a:srgbClr val="FAFAF7"/>
          </a:solidFill>
          <a:ln w="10160">
            <a:solidFill>
              <a:srgbClr val="DCDCD6"/>
            </a:solidFill>
            <a:prstDash val="solid"/>
          </a:ln>
        </p:spPr>
        <p:txBody>
          <a:bodyPr/>
          <a:lstStyle/>
          <a:p>
            <a:endParaRPr lang="ja-JP" altLang="en-US"/>
          </a:p>
        </p:txBody>
      </p:sp>
      <p:sp>
        <p:nvSpPr>
          <p:cNvPr id="9" name="Text 7"/>
          <p:cNvSpPr/>
          <p:nvPr/>
        </p:nvSpPr>
        <p:spPr>
          <a:xfrm>
            <a:off x="859536" y="3090672"/>
            <a:ext cx="1655064" cy="256032"/>
          </a:xfrm>
          <a:prstGeom prst="rect">
            <a:avLst/>
          </a:prstGeom>
          <a:noFill/>
          <a:ln/>
        </p:spPr>
        <p:txBody>
          <a:bodyPr wrap="square" lIns="0" tIns="0" rIns="0" bIns="0" rtlCol="0" anchor="ctr"/>
          <a:lstStyle/>
          <a:p>
            <a:pPr marL="0" indent="0">
              <a:buNone/>
            </a:pPr>
            <a:r>
              <a:rPr lang="en-US" sz="1250" b="1">
                <a:solidFill>
                  <a:srgbClr val="191919"/>
                </a:solidFill>
                <a:latin typeface="Yu Gothic" pitchFamily="34" charset="0"/>
                <a:ea typeface="Yu Gothic" pitchFamily="34" charset="-122"/>
                <a:cs typeface="Yu Gothic" pitchFamily="34" charset="-120"/>
              </a:rPr>
              <a:t>俯瞰画像</a:t>
            </a:r>
            <a:endParaRPr lang="en-US" sz="1250"/>
          </a:p>
        </p:txBody>
      </p:sp>
      <p:sp>
        <p:nvSpPr>
          <p:cNvPr id="10" name="Text 8"/>
          <p:cNvSpPr/>
          <p:nvPr/>
        </p:nvSpPr>
        <p:spPr>
          <a:xfrm>
            <a:off x="859536" y="3419856"/>
            <a:ext cx="1655064" cy="365760"/>
          </a:xfrm>
          <a:prstGeom prst="rect">
            <a:avLst/>
          </a:prstGeom>
          <a:noFill/>
          <a:ln/>
        </p:spPr>
        <p:txBody>
          <a:bodyPr wrap="square" lIns="254" tIns="254" rIns="254" bIns="254" rtlCol="0" anchor="t"/>
          <a:lstStyle/>
          <a:p>
            <a:pPr marL="0" indent="0">
              <a:buNone/>
            </a:pPr>
            <a:r>
              <a:rPr lang="en-US" sz="920">
                <a:solidFill>
                  <a:srgbClr val="787873"/>
                </a:solidFill>
                <a:latin typeface="Yu Gothic" pitchFamily="34" charset="0"/>
                <a:ea typeface="Yu Gothic" pitchFamily="34" charset="-122"/>
                <a:cs typeface="Yu Gothic" pitchFamily="34" charset="-120"/>
              </a:rPr>
              <a:t>observation.images.top</a:t>
            </a:r>
            <a:endParaRPr lang="en-US" sz="920"/>
          </a:p>
        </p:txBody>
      </p:sp>
      <p:sp>
        <p:nvSpPr>
          <p:cNvPr id="11" name="Shape 9"/>
          <p:cNvSpPr/>
          <p:nvPr/>
        </p:nvSpPr>
        <p:spPr>
          <a:xfrm>
            <a:off x="658368" y="4105656"/>
            <a:ext cx="2057400" cy="987552"/>
          </a:xfrm>
          <a:prstGeom prst="roundRect">
            <a:avLst>
              <a:gd name="adj" fmla="val 7407"/>
            </a:avLst>
          </a:prstGeom>
          <a:solidFill>
            <a:srgbClr val="FAFAF7"/>
          </a:solidFill>
          <a:ln w="10160">
            <a:solidFill>
              <a:srgbClr val="DCDCD6"/>
            </a:solidFill>
            <a:prstDash val="solid"/>
          </a:ln>
        </p:spPr>
        <p:txBody>
          <a:bodyPr/>
          <a:lstStyle/>
          <a:p>
            <a:endParaRPr lang="ja-JP" altLang="en-US"/>
          </a:p>
        </p:txBody>
      </p:sp>
      <p:sp>
        <p:nvSpPr>
          <p:cNvPr id="12" name="Text 10"/>
          <p:cNvSpPr/>
          <p:nvPr/>
        </p:nvSpPr>
        <p:spPr>
          <a:xfrm>
            <a:off x="859536" y="4251960"/>
            <a:ext cx="1655064" cy="256032"/>
          </a:xfrm>
          <a:prstGeom prst="rect">
            <a:avLst/>
          </a:prstGeom>
          <a:noFill/>
          <a:ln/>
        </p:spPr>
        <p:txBody>
          <a:bodyPr wrap="square" lIns="0" tIns="0" rIns="0" bIns="0" rtlCol="0" anchor="ctr"/>
          <a:lstStyle/>
          <a:p>
            <a:pPr marL="0" indent="0">
              <a:buNone/>
            </a:pPr>
            <a:r>
              <a:rPr lang="en-US" sz="1250" b="1">
                <a:solidFill>
                  <a:srgbClr val="191919"/>
                </a:solidFill>
                <a:latin typeface="Yu Gothic" pitchFamily="34" charset="0"/>
                <a:ea typeface="Yu Gothic" pitchFamily="34" charset="-122"/>
                <a:cs typeface="Yu Gothic" pitchFamily="34" charset="-120"/>
              </a:rPr>
              <a:t>関節状態</a:t>
            </a:r>
            <a:endParaRPr lang="en-US" sz="1250"/>
          </a:p>
        </p:txBody>
      </p:sp>
      <p:sp>
        <p:nvSpPr>
          <p:cNvPr id="13" name="Text 11"/>
          <p:cNvSpPr/>
          <p:nvPr/>
        </p:nvSpPr>
        <p:spPr>
          <a:xfrm>
            <a:off x="859536" y="4581144"/>
            <a:ext cx="1655064" cy="365760"/>
          </a:xfrm>
          <a:prstGeom prst="rect">
            <a:avLst/>
          </a:prstGeom>
          <a:noFill/>
          <a:ln/>
        </p:spPr>
        <p:txBody>
          <a:bodyPr wrap="square" lIns="254" tIns="254" rIns="254" bIns="254" rtlCol="0" anchor="t"/>
          <a:lstStyle/>
          <a:p>
            <a:pPr marL="0" indent="0">
              <a:buNone/>
            </a:pPr>
            <a:r>
              <a:rPr lang="en-US" sz="920">
                <a:solidFill>
                  <a:srgbClr val="787873"/>
                </a:solidFill>
                <a:latin typeface="Yu Gothic" pitchFamily="34" charset="0"/>
                <a:ea typeface="Yu Gothic" pitchFamily="34" charset="-122"/>
                <a:cs typeface="Yu Gothic" pitchFamily="34" charset="-120"/>
              </a:rPr>
              <a:t>observation.state</a:t>
            </a:r>
            <a:endParaRPr lang="en-US" sz="920"/>
          </a:p>
        </p:txBody>
      </p:sp>
      <p:sp>
        <p:nvSpPr>
          <p:cNvPr id="14" name="Shape 12"/>
          <p:cNvSpPr/>
          <p:nvPr/>
        </p:nvSpPr>
        <p:spPr>
          <a:xfrm>
            <a:off x="2743200" y="2267712"/>
            <a:ext cx="1051560" cy="886968"/>
          </a:xfrm>
          <a:prstGeom prst="line">
            <a:avLst/>
          </a:prstGeom>
          <a:noFill/>
          <a:ln w="27940">
            <a:solidFill>
              <a:srgbClr val="FFA900"/>
            </a:solidFill>
            <a:prstDash val="solid"/>
            <a:headEnd type="none"/>
            <a:tailEnd type="triangle"/>
          </a:ln>
        </p:spPr>
        <p:txBody>
          <a:bodyPr/>
          <a:lstStyle/>
          <a:p>
            <a:endParaRPr lang="ja-JP" altLang="en-US"/>
          </a:p>
        </p:txBody>
      </p:sp>
      <p:sp>
        <p:nvSpPr>
          <p:cNvPr id="15" name="Shape 13"/>
          <p:cNvSpPr/>
          <p:nvPr/>
        </p:nvSpPr>
        <p:spPr>
          <a:xfrm>
            <a:off x="2743200" y="3429000"/>
            <a:ext cx="1051560" cy="0"/>
          </a:xfrm>
          <a:prstGeom prst="line">
            <a:avLst/>
          </a:prstGeom>
          <a:noFill/>
          <a:ln w="27940">
            <a:solidFill>
              <a:srgbClr val="FFA900"/>
            </a:solidFill>
            <a:prstDash val="solid"/>
            <a:headEnd type="none"/>
            <a:tailEnd type="triangle"/>
          </a:ln>
        </p:spPr>
        <p:txBody>
          <a:bodyPr/>
          <a:lstStyle/>
          <a:p>
            <a:endParaRPr lang="ja-JP" altLang="en-US"/>
          </a:p>
        </p:txBody>
      </p:sp>
      <p:sp>
        <p:nvSpPr>
          <p:cNvPr id="16" name="Shape 14"/>
          <p:cNvSpPr/>
          <p:nvPr/>
        </p:nvSpPr>
        <p:spPr>
          <a:xfrm>
            <a:off x="2743200" y="4599432"/>
            <a:ext cx="1051560" cy="0"/>
          </a:xfrm>
          <a:prstGeom prst="line">
            <a:avLst/>
          </a:prstGeom>
          <a:noFill/>
          <a:ln w="27940">
            <a:solidFill>
              <a:srgbClr val="FFA900"/>
            </a:solidFill>
            <a:prstDash val="solid"/>
            <a:headEnd type="none"/>
            <a:tailEnd type="triangle"/>
          </a:ln>
        </p:spPr>
        <p:txBody>
          <a:bodyPr/>
          <a:lstStyle/>
          <a:p>
            <a:endParaRPr lang="ja-JP" altLang="en-US"/>
          </a:p>
        </p:txBody>
      </p:sp>
      <p:sp>
        <p:nvSpPr>
          <p:cNvPr id="17" name="Shape 15"/>
          <p:cNvSpPr/>
          <p:nvPr/>
        </p:nvSpPr>
        <p:spPr>
          <a:xfrm>
            <a:off x="3794760" y="1965960"/>
            <a:ext cx="2926080" cy="3127248"/>
          </a:xfrm>
          <a:prstGeom prst="roundRect">
            <a:avLst>
              <a:gd name="adj" fmla="val 2500"/>
            </a:avLst>
          </a:prstGeom>
          <a:solidFill>
            <a:srgbClr val="FFF7E6"/>
          </a:solidFill>
          <a:ln w="25400">
            <a:solidFill>
              <a:srgbClr val="FFA900"/>
            </a:solidFill>
            <a:prstDash val="solid"/>
          </a:ln>
        </p:spPr>
        <p:txBody>
          <a:bodyPr/>
          <a:lstStyle/>
          <a:p>
            <a:endParaRPr lang="ja-JP" altLang="en-US"/>
          </a:p>
        </p:txBody>
      </p:sp>
      <p:sp>
        <p:nvSpPr>
          <p:cNvPr id="18" name="Text 16"/>
          <p:cNvSpPr/>
          <p:nvPr/>
        </p:nvSpPr>
        <p:spPr>
          <a:xfrm>
            <a:off x="3794760" y="2331720"/>
            <a:ext cx="2926080" cy="530352"/>
          </a:xfrm>
          <a:prstGeom prst="rect">
            <a:avLst/>
          </a:prstGeom>
          <a:noFill/>
          <a:ln/>
        </p:spPr>
        <p:txBody>
          <a:bodyPr wrap="square" lIns="0" tIns="0" rIns="0" bIns="0" rtlCol="0" anchor="ctr"/>
          <a:lstStyle/>
          <a:p>
            <a:pPr marL="0" indent="0" algn="ctr">
              <a:buNone/>
            </a:pPr>
            <a:r>
              <a:rPr lang="en-US" sz="2600" b="1">
                <a:solidFill>
                  <a:srgbClr val="191919"/>
                </a:solidFill>
                <a:latin typeface="Aptos" pitchFamily="34" charset="0"/>
                <a:ea typeface="Aptos" pitchFamily="34" charset="-122"/>
                <a:cs typeface="Aptos" pitchFamily="34" charset="-120"/>
              </a:rPr>
              <a:t>ACT</a:t>
            </a:r>
            <a:endParaRPr lang="en-US" sz="2600"/>
          </a:p>
        </p:txBody>
      </p:sp>
      <p:sp>
        <p:nvSpPr>
          <p:cNvPr id="19" name="Text 17"/>
          <p:cNvSpPr/>
          <p:nvPr/>
        </p:nvSpPr>
        <p:spPr>
          <a:xfrm>
            <a:off x="4206240" y="3035808"/>
            <a:ext cx="2103120" cy="868680"/>
          </a:xfrm>
          <a:prstGeom prst="rect">
            <a:avLst/>
          </a:prstGeom>
          <a:noFill/>
          <a:ln/>
        </p:spPr>
        <p:txBody>
          <a:bodyPr wrap="square" lIns="0" tIns="0" rIns="0" bIns="0" rtlCol="0" anchor="ctr"/>
          <a:lstStyle/>
          <a:p>
            <a:pPr marL="0" indent="0" algn="ctr">
              <a:buNone/>
            </a:pPr>
            <a:r>
              <a:rPr lang="en-US" sz="1100">
                <a:solidFill>
                  <a:srgbClr val="787873"/>
                </a:solidFill>
                <a:latin typeface="Yu Gothic" pitchFamily="34" charset="0"/>
                <a:ea typeface="Yu Gothic" pitchFamily="34" charset="-122"/>
                <a:cs typeface="Yu Gothic" pitchFamily="34" charset="-120"/>
              </a:rPr>
              <a:t>ResNet18で画像特徴を抽出</a:t>
            </a:r>
            <a:endParaRPr lang="en-US" sz="1100"/>
          </a:p>
          <a:p>
            <a:pPr marL="0" indent="0" algn="ctr">
              <a:buNone/>
            </a:pPr>
            <a:r>
              <a:rPr lang="en-US" sz="1100">
                <a:solidFill>
                  <a:srgbClr val="787873"/>
                </a:solidFill>
                <a:latin typeface="Yu Gothic" pitchFamily="34" charset="0"/>
                <a:ea typeface="Yu Gothic" pitchFamily="34" charset="-122"/>
                <a:cs typeface="Yu Gothic" pitchFamily="34" charset="-120"/>
              </a:rPr>
              <a:t>Action Chunkingで動作列を予測</a:t>
            </a:r>
            <a:endParaRPr lang="en-US" sz="1100"/>
          </a:p>
        </p:txBody>
      </p:sp>
      <p:sp>
        <p:nvSpPr>
          <p:cNvPr id="20" name="Shape 18"/>
          <p:cNvSpPr/>
          <p:nvPr/>
        </p:nvSpPr>
        <p:spPr>
          <a:xfrm>
            <a:off x="4709160" y="4270248"/>
            <a:ext cx="1078992" cy="310896"/>
          </a:xfrm>
          <a:prstGeom prst="roundRect">
            <a:avLst>
              <a:gd name="adj" fmla="val 23529"/>
            </a:avLst>
          </a:prstGeom>
          <a:solidFill>
            <a:srgbClr val="FFA900"/>
          </a:solidFill>
          <a:ln w="12700">
            <a:solidFill>
              <a:srgbClr val="FFA900"/>
            </a:solidFill>
            <a:prstDash val="solid"/>
          </a:ln>
        </p:spPr>
        <p:txBody>
          <a:bodyPr/>
          <a:lstStyle/>
          <a:p>
            <a:endParaRPr lang="ja-JP" altLang="en-US"/>
          </a:p>
        </p:txBody>
      </p:sp>
      <p:sp>
        <p:nvSpPr>
          <p:cNvPr id="21" name="Text 19"/>
          <p:cNvSpPr/>
          <p:nvPr/>
        </p:nvSpPr>
        <p:spPr>
          <a:xfrm>
            <a:off x="4709160" y="4279392"/>
            <a:ext cx="1078992" cy="274320"/>
          </a:xfrm>
          <a:prstGeom prst="rect">
            <a:avLst/>
          </a:prstGeom>
          <a:noFill/>
          <a:ln/>
        </p:spPr>
        <p:txBody>
          <a:bodyPr wrap="square" lIns="0" tIns="0" rIns="0" bIns="0" rtlCol="0" anchor="ctr"/>
          <a:lstStyle/>
          <a:p>
            <a:pPr marL="0" indent="0" algn="ctr">
              <a:buNone/>
            </a:pPr>
            <a:r>
              <a:rPr lang="en-US" sz="1000" b="1">
                <a:solidFill>
                  <a:srgbClr val="191919"/>
                </a:solidFill>
                <a:latin typeface="Aptos" pitchFamily="34" charset="0"/>
                <a:ea typeface="Aptos" pitchFamily="34" charset="-122"/>
                <a:cs typeface="Aptos" pitchFamily="34" charset="-120"/>
              </a:rPr>
              <a:t>chunk = 100</a:t>
            </a:r>
            <a:endParaRPr lang="en-US" sz="1000"/>
          </a:p>
        </p:txBody>
      </p:sp>
      <p:sp>
        <p:nvSpPr>
          <p:cNvPr id="22" name="Shape 20"/>
          <p:cNvSpPr/>
          <p:nvPr/>
        </p:nvSpPr>
        <p:spPr>
          <a:xfrm>
            <a:off x="6729984" y="3529584"/>
            <a:ext cx="996696" cy="0"/>
          </a:xfrm>
          <a:prstGeom prst="line">
            <a:avLst/>
          </a:prstGeom>
          <a:noFill/>
          <a:ln w="27940">
            <a:solidFill>
              <a:srgbClr val="FFA900"/>
            </a:solidFill>
            <a:prstDash val="solid"/>
            <a:headEnd type="none"/>
            <a:tailEnd type="triangle"/>
          </a:ln>
        </p:spPr>
        <p:txBody>
          <a:bodyPr/>
          <a:lstStyle/>
          <a:p>
            <a:endParaRPr lang="ja-JP" altLang="en-US"/>
          </a:p>
        </p:txBody>
      </p:sp>
      <p:sp>
        <p:nvSpPr>
          <p:cNvPr id="23" name="Shape 21"/>
          <p:cNvSpPr/>
          <p:nvPr/>
        </p:nvSpPr>
        <p:spPr>
          <a:xfrm>
            <a:off x="7726680" y="2487168"/>
            <a:ext cx="2423160" cy="2084832"/>
          </a:xfrm>
          <a:prstGeom prst="roundRect">
            <a:avLst>
              <a:gd name="adj" fmla="val 3509"/>
            </a:avLst>
          </a:prstGeom>
          <a:solidFill>
            <a:srgbClr val="FAFAF7"/>
          </a:solidFill>
          <a:ln w="10160">
            <a:solidFill>
              <a:srgbClr val="DCDCD6"/>
            </a:solidFill>
            <a:prstDash val="solid"/>
          </a:ln>
        </p:spPr>
        <p:txBody>
          <a:bodyPr/>
          <a:lstStyle/>
          <a:p>
            <a:endParaRPr lang="ja-JP" altLang="en-US"/>
          </a:p>
        </p:txBody>
      </p:sp>
      <p:sp>
        <p:nvSpPr>
          <p:cNvPr id="24" name="Text 22"/>
          <p:cNvSpPr/>
          <p:nvPr/>
        </p:nvSpPr>
        <p:spPr>
          <a:xfrm>
            <a:off x="7927848" y="2633472"/>
            <a:ext cx="2020824" cy="256032"/>
          </a:xfrm>
          <a:prstGeom prst="rect">
            <a:avLst/>
          </a:prstGeom>
          <a:noFill/>
          <a:ln/>
        </p:spPr>
        <p:txBody>
          <a:bodyPr wrap="square" lIns="0" tIns="0" rIns="0" bIns="0" rtlCol="0" anchor="ctr"/>
          <a:lstStyle/>
          <a:p>
            <a:pPr marL="0" indent="0">
              <a:buNone/>
            </a:pPr>
            <a:r>
              <a:rPr lang="en-US" sz="1400" b="1">
                <a:solidFill>
                  <a:srgbClr val="191919"/>
                </a:solidFill>
                <a:latin typeface="Yu Gothic" pitchFamily="34" charset="0"/>
                <a:ea typeface="Yu Gothic" pitchFamily="34" charset="-122"/>
                <a:cs typeface="Yu Gothic" pitchFamily="34" charset="-120"/>
              </a:rPr>
              <a:t>出力</a:t>
            </a:r>
            <a:endParaRPr lang="en-US" sz="1400"/>
          </a:p>
        </p:txBody>
      </p:sp>
      <p:sp>
        <p:nvSpPr>
          <p:cNvPr id="25" name="Text 23"/>
          <p:cNvSpPr/>
          <p:nvPr/>
        </p:nvSpPr>
        <p:spPr>
          <a:xfrm>
            <a:off x="7927848" y="2962656"/>
            <a:ext cx="2020824" cy="1463040"/>
          </a:xfrm>
          <a:prstGeom prst="rect">
            <a:avLst/>
          </a:prstGeom>
          <a:noFill/>
          <a:ln/>
        </p:spPr>
        <p:txBody>
          <a:bodyPr wrap="square" lIns="254" tIns="254" rIns="254" bIns="254" rtlCol="0" anchor="t"/>
          <a:lstStyle/>
          <a:p>
            <a:pPr marL="0" indent="0">
              <a:buNone/>
            </a:pPr>
            <a:r>
              <a:rPr lang="en-US" sz="1050">
                <a:solidFill>
                  <a:srgbClr val="787873"/>
                </a:solidFill>
                <a:latin typeface="Yu Gothic" pitchFamily="34" charset="0"/>
                <a:ea typeface="Yu Gothic" pitchFamily="34" charset="-122"/>
                <a:cs typeface="Yu Gothic" pitchFamily="34" charset="-120"/>
              </a:rPr>
              <a:t>6関節のAction</a:t>
            </a:r>
            <a:endParaRPr lang="en-US" sz="1050"/>
          </a:p>
          <a:p>
            <a:pPr marL="0" indent="0">
              <a:buNone/>
            </a:pPr>
            <a:endParaRPr lang="en-US" sz="1050"/>
          </a:p>
          <a:p>
            <a:pPr marL="0" indent="0">
              <a:buNone/>
            </a:pPr>
            <a:r>
              <a:rPr lang="en-US" sz="1050">
                <a:solidFill>
                  <a:srgbClr val="787873"/>
                </a:solidFill>
                <a:latin typeface="Yu Gothic" pitchFamily="34" charset="0"/>
                <a:ea typeface="Yu Gothic" pitchFamily="34" charset="-122"/>
                <a:cs typeface="Yu Gothic" pitchFamily="34" charset="-120"/>
              </a:rPr>
              <a:t>次の動作を1点ずつではなく</a:t>
            </a:r>
            <a:endParaRPr lang="en-US" sz="1050"/>
          </a:p>
          <a:p>
            <a:pPr marL="0" indent="0">
              <a:buNone/>
            </a:pPr>
            <a:r>
              <a:rPr lang="en-US" sz="1050">
                <a:solidFill>
                  <a:srgbClr val="787873"/>
                </a:solidFill>
                <a:latin typeface="Yu Gothic" pitchFamily="34" charset="0"/>
                <a:ea typeface="Yu Gothic" pitchFamily="34" charset="-122"/>
                <a:cs typeface="Yu Gothic" pitchFamily="34" charset="-120"/>
              </a:rPr>
              <a:t>まとまりとして予測</a:t>
            </a:r>
            <a:endParaRPr lang="en-US" sz="1050"/>
          </a:p>
        </p:txBody>
      </p:sp>
      <p:sp>
        <p:nvSpPr>
          <p:cNvPr id="26" name="Shape 24"/>
          <p:cNvSpPr/>
          <p:nvPr/>
        </p:nvSpPr>
        <p:spPr>
          <a:xfrm>
            <a:off x="10378440" y="1783080"/>
            <a:ext cx="1234440" cy="3310128"/>
          </a:xfrm>
          <a:prstGeom prst="roundRect">
            <a:avLst>
              <a:gd name="adj" fmla="val 5926"/>
            </a:avLst>
          </a:prstGeom>
          <a:solidFill>
            <a:srgbClr val="FFFFFF"/>
          </a:solidFill>
          <a:ln w="10160">
            <a:solidFill>
              <a:srgbClr val="DCDCD6"/>
            </a:solidFill>
            <a:prstDash val="solid"/>
          </a:ln>
        </p:spPr>
        <p:txBody>
          <a:bodyPr/>
          <a:lstStyle/>
          <a:p>
            <a:endParaRPr lang="ja-JP" altLang="en-US"/>
          </a:p>
        </p:txBody>
      </p:sp>
      <p:sp>
        <p:nvSpPr>
          <p:cNvPr id="27" name="Text 25"/>
          <p:cNvSpPr/>
          <p:nvPr/>
        </p:nvSpPr>
        <p:spPr>
          <a:xfrm>
            <a:off x="10579608" y="1929384"/>
            <a:ext cx="832104" cy="256032"/>
          </a:xfrm>
          <a:prstGeom prst="rect">
            <a:avLst/>
          </a:prstGeom>
          <a:noFill/>
          <a:ln/>
        </p:spPr>
        <p:txBody>
          <a:bodyPr wrap="square" lIns="0" tIns="0" rIns="0" bIns="0" rtlCol="0" anchor="ctr"/>
          <a:lstStyle/>
          <a:p>
            <a:pPr marL="0" indent="0">
              <a:buNone/>
            </a:pPr>
            <a:r>
              <a:rPr lang="en-US" sz="1150" b="1">
                <a:solidFill>
                  <a:srgbClr val="191919"/>
                </a:solidFill>
                <a:latin typeface="Yu Gothic" pitchFamily="34" charset="0"/>
                <a:ea typeface="Yu Gothic" pitchFamily="34" charset="-122"/>
                <a:cs typeface="Yu Gothic" pitchFamily="34" charset="-120"/>
              </a:rPr>
              <a:t>主な設定</a:t>
            </a:r>
            <a:endParaRPr lang="en-US" sz="1150"/>
          </a:p>
        </p:txBody>
      </p:sp>
      <p:sp>
        <p:nvSpPr>
          <p:cNvPr id="28" name="Text 26"/>
          <p:cNvSpPr/>
          <p:nvPr/>
        </p:nvSpPr>
        <p:spPr>
          <a:xfrm>
            <a:off x="10579608" y="2258568"/>
            <a:ext cx="832104" cy="2688336"/>
          </a:xfrm>
          <a:prstGeom prst="rect">
            <a:avLst/>
          </a:prstGeom>
          <a:noFill/>
          <a:ln/>
        </p:spPr>
        <p:txBody>
          <a:bodyPr wrap="square" lIns="254" tIns="254" rIns="254" bIns="254" rtlCol="0" anchor="t"/>
          <a:lstStyle/>
          <a:p>
            <a:pPr marL="0" indent="0">
              <a:buNone/>
            </a:pPr>
            <a:r>
              <a:rPr lang="en-US" sz="1050">
                <a:solidFill>
                  <a:srgbClr val="787873"/>
                </a:solidFill>
                <a:latin typeface="Yu Gothic" pitchFamily="34" charset="0"/>
                <a:ea typeface="Yu Gothic" pitchFamily="34" charset="-122"/>
                <a:cs typeface="Yu Gothic" pitchFamily="34" charset="-120"/>
              </a:rPr>
              <a:t>Batch 8</a:t>
            </a:r>
            <a:endParaRPr lang="en-US" sz="1050"/>
          </a:p>
          <a:p>
            <a:pPr marL="0" indent="0">
              <a:buNone/>
            </a:pPr>
            <a:endParaRPr lang="en-US" sz="1050"/>
          </a:p>
          <a:p>
            <a:pPr marL="0" indent="0">
              <a:buNone/>
            </a:pPr>
            <a:r>
              <a:rPr lang="en-US" sz="1050">
                <a:solidFill>
                  <a:srgbClr val="787873"/>
                </a:solidFill>
                <a:latin typeface="Yu Gothic" pitchFamily="34" charset="0"/>
                <a:ea typeface="Yu Gothic" pitchFamily="34" charset="-122"/>
                <a:cs typeface="Yu Gothic" pitchFamily="34" charset="-120"/>
              </a:rPr>
              <a:t>LR 1e-5</a:t>
            </a:r>
            <a:endParaRPr lang="en-US" sz="1050"/>
          </a:p>
          <a:p>
            <a:pPr marL="0" indent="0">
              <a:buNone/>
            </a:pPr>
            <a:endParaRPr lang="en-US" sz="1050"/>
          </a:p>
          <a:p>
            <a:pPr marL="0" indent="0">
              <a:buNone/>
            </a:pPr>
            <a:r>
              <a:rPr lang="en-US" sz="1050">
                <a:solidFill>
                  <a:srgbClr val="787873"/>
                </a:solidFill>
                <a:latin typeface="Yu Gothic" pitchFamily="34" charset="0"/>
                <a:ea typeface="Yu Gothic" pitchFamily="34" charset="-122"/>
                <a:cs typeface="Yu Gothic" pitchFamily="34" charset="-120"/>
              </a:rPr>
              <a:t>AdamW</a:t>
            </a:r>
            <a:endParaRPr lang="en-US" sz="1050"/>
          </a:p>
          <a:p>
            <a:pPr marL="0" indent="0">
              <a:buNone/>
            </a:pPr>
            <a:endParaRPr lang="en-US" sz="1050"/>
          </a:p>
          <a:p>
            <a:pPr marL="0" indent="0">
              <a:buNone/>
            </a:pPr>
            <a:r>
              <a:rPr lang="en-US" sz="1050">
                <a:solidFill>
                  <a:srgbClr val="787873"/>
                </a:solidFill>
                <a:latin typeface="Yu Gothic" pitchFamily="34" charset="0"/>
                <a:ea typeface="Yu Gothic" pitchFamily="34" charset="-122"/>
                <a:cs typeface="Yu Gothic" pitchFamily="34" charset="-120"/>
              </a:rPr>
              <a:t>VAE ON</a:t>
            </a:r>
            <a:endParaRPr lang="en-US" sz="1050"/>
          </a:p>
        </p:txBody>
      </p:sp>
      <p:sp>
        <p:nvSpPr>
          <p:cNvPr id="29" name="Shape 27"/>
          <p:cNvSpPr/>
          <p:nvPr/>
        </p:nvSpPr>
        <p:spPr>
          <a:xfrm>
            <a:off x="713232" y="5559552"/>
            <a:ext cx="10698480" cy="566928"/>
          </a:xfrm>
          <a:prstGeom prst="roundRect">
            <a:avLst>
              <a:gd name="adj" fmla="val 12903"/>
            </a:avLst>
          </a:prstGeom>
          <a:solidFill>
            <a:srgbClr val="F6F6F2"/>
          </a:solidFill>
          <a:ln w="12700">
            <a:solidFill>
              <a:srgbClr val="F6F6F2"/>
            </a:solidFill>
            <a:prstDash val="solid"/>
          </a:ln>
        </p:spPr>
        <p:txBody>
          <a:bodyPr/>
          <a:lstStyle/>
          <a:p>
            <a:endParaRPr lang="ja-JP" altLang="en-US"/>
          </a:p>
        </p:txBody>
      </p:sp>
      <p:sp>
        <p:nvSpPr>
          <p:cNvPr id="30" name="Text 28"/>
          <p:cNvSpPr/>
          <p:nvPr/>
        </p:nvSpPr>
        <p:spPr>
          <a:xfrm>
            <a:off x="960120" y="5733288"/>
            <a:ext cx="10149840" cy="237744"/>
          </a:xfrm>
          <a:prstGeom prst="rect">
            <a:avLst/>
          </a:prstGeom>
          <a:noFill/>
          <a:ln/>
        </p:spPr>
        <p:txBody>
          <a:bodyPr wrap="square" lIns="0" tIns="0" rIns="0" bIns="0" rtlCol="0" anchor="ctr"/>
          <a:lstStyle/>
          <a:p>
            <a:pPr marL="0" indent="0" algn="ctr">
              <a:buNone/>
            </a:pPr>
            <a:r>
              <a:rPr lang="en-US" sz="1200" b="1">
                <a:solidFill>
                  <a:srgbClr val="191919"/>
                </a:solidFill>
                <a:latin typeface="Yu Gothic" pitchFamily="34" charset="0"/>
                <a:ea typeface="Yu Gothic" pitchFamily="34" charset="-122"/>
                <a:cs typeface="Yu Gothic" pitchFamily="34" charset="-120"/>
              </a:rPr>
              <a:t>「</a:t>
            </a:r>
            <a:r>
              <a:rPr lang="en-US" sz="1200" b="1" err="1">
                <a:solidFill>
                  <a:srgbClr val="191919"/>
                </a:solidFill>
                <a:latin typeface="Yu Gothic" pitchFamily="34" charset="0"/>
                <a:ea typeface="Yu Gothic" pitchFamily="34" charset="-122"/>
                <a:cs typeface="Yu Gothic" pitchFamily="34" charset="-120"/>
              </a:rPr>
              <a:t>観測</a:t>
            </a:r>
            <a:r>
              <a:rPr lang="en-US" sz="1200" b="1">
                <a:solidFill>
                  <a:srgbClr val="191919"/>
                </a:solidFill>
                <a:latin typeface="Yu Gothic" pitchFamily="34" charset="0"/>
                <a:ea typeface="Yu Gothic" pitchFamily="34" charset="-122"/>
                <a:cs typeface="Yu Gothic" pitchFamily="34" charset="-120"/>
              </a:rPr>
              <a:t> → 行動」をEnd-to-Endで学習する</a:t>
            </a:r>
            <a:endParaRPr lang="en-US" sz="1200"/>
          </a:p>
        </p:txBody>
      </p:sp>
      <p:sp>
        <p:nvSpPr>
          <p:cNvPr id="31" name="Slide Number Placeholder 0"/>
          <p:cNvSpPr>
            <a:spLocks noGrp="1"/>
          </p:cNvSpPr>
          <p:nvPr>
            <p:ph type="sldNum" sz="quarter" idx="4294967295"/>
          </p:nvPr>
        </p:nvSpPr>
        <p:spPr>
          <a:xfrm>
            <a:off x="11567160" y="6446520"/>
            <a:ext cx="32004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787873"/>
                </a:solidFill>
                <a:latin typeface="Aptos"/>
                <a:ea typeface="Aptos"/>
                <a:cs typeface="Aptos"/>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75488" y="256032"/>
            <a:ext cx="2377440" cy="201168"/>
          </a:xfrm>
          <a:prstGeom prst="rect">
            <a:avLst/>
          </a:prstGeom>
          <a:noFill/>
          <a:ln/>
        </p:spPr>
        <p:txBody>
          <a:bodyPr wrap="square" lIns="0" tIns="0" rIns="0" bIns="0" rtlCol="0" anchor="ctr"/>
          <a:lstStyle/>
          <a:p>
            <a:pPr marL="0" indent="0">
              <a:buNone/>
            </a:pPr>
            <a:r>
              <a:rPr lang="en-US" sz="900" b="1">
                <a:solidFill>
                  <a:srgbClr val="FFA900"/>
                </a:solidFill>
                <a:latin typeface="Aptos"/>
                <a:ea typeface="Aptos" pitchFamily="34" charset="-122"/>
                <a:cs typeface="Aptos" pitchFamily="34" charset="-120"/>
              </a:rPr>
              <a:t>11 / TRAINING METHOD</a:t>
            </a:r>
            <a:endParaRPr lang="en-US" sz="900">
              <a:latin typeface="Aptos"/>
            </a:endParaRPr>
          </a:p>
        </p:txBody>
      </p:sp>
      <p:sp>
        <p:nvSpPr>
          <p:cNvPr id="3" name="Text 1"/>
          <p:cNvSpPr/>
          <p:nvPr/>
        </p:nvSpPr>
        <p:spPr>
          <a:xfrm>
            <a:off x="475488" y="566928"/>
            <a:ext cx="7680960" cy="411480"/>
          </a:xfrm>
          <a:prstGeom prst="rect">
            <a:avLst/>
          </a:prstGeom>
          <a:noFill/>
          <a:ln/>
        </p:spPr>
        <p:txBody>
          <a:bodyPr wrap="square" lIns="0" tIns="0" rIns="0" bIns="0" rtlCol="0" anchor="ctr"/>
          <a:lstStyle/>
          <a:p>
            <a:pPr marL="0" indent="0">
              <a:buNone/>
            </a:pPr>
            <a:r>
              <a:rPr lang="en-US" sz="2400" b="1">
                <a:solidFill>
                  <a:srgbClr val="191919"/>
                </a:solidFill>
                <a:latin typeface="Yu Gothic" pitchFamily="34" charset="0"/>
                <a:ea typeface="Yu Gothic" pitchFamily="34" charset="-122"/>
                <a:cs typeface="Yu Gothic" pitchFamily="34" charset="-120"/>
              </a:rPr>
              <a:t>ACTモデルの学習のやり方</a:t>
            </a:r>
            <a:endParaRPr lang="en-US" sz="2400"/>
          </a:p>
        </p:txBody>
      </p:sp>
      <p:sp>
        <p:nvSpPr>
          <p:cNvPr id="4" name="Text 2"/>
          <p:cNvSpPr/>
          <p:nvPr/>
        </p:nvSpPr>
        <p:spPr>
          <a:xfrm>
            <a:off x="475488" y="1014984"/>
            <a:ext cx="8046720" cy="274320"/>
          </a:xfrm>
          <a:prstGeom prst="rect">
            <a:avLst/>
          </a:prstGeom>
          <a:noFill/>
          <a:ln/>
        </p:spPr>
        <p:txBody>
          <a:bodyPr wrap="square" lIns="0" tIns="0" rIns="0" bIns="0" rtlCol="0" anchor="ctr"/>
          <a:lstStyle/>
          <a:p>
            <a:pPr marL="0" indent="0">
              <a:buNone/>
            </a:pPr>
            <a:r>
              <a:rPr lang="en-US" sz="1050">
                <a:solidFill>
                  <a:srgbClr val="787873"/>
                </a:solidFill>
                <a:latin typeface="Yu Gothic" pitchFamily="34" charset="0"/>
                <a:ea typeface="Yu Gothic" pitchFamily="34" charset="-122"/>
                <a:cs typeface="Yu Gothic" pitchFamily="34" charset="-120"/>
              </a:rPr>
              <a:t>同じDatasetと設定を使い、学習step数を変えてモデルを作成</a:t>
            </a:r>
            <a:endParaRPr lang="en-US" sz="1050"/>
          </a:p>
        </p:txBody>
      </p:sp>
      <p:sp>
        <p:nvSpPr>
          <p:cNvPr id="5" name="Shape 3"/>
          <p:cNvSpPr/>
          <p:nvPr/>
        </p:nvSpPr>
        <p:spPr>
          <a:xfrm>
            <a:off x="530352" y="1874520"/>
            <a:ext cx="1874520" cy="2971800"/>
          </a:xfrm>
          <a:prstGeom prst="roundRect">
            <a:avLst>
              <a:gd name="adj" fmla="val 3902"/>
            </a:avLst>
          </a:prstGeom>
          <a:solidFill>
            <a:srgbClr val="FAFAF7"/>
          </a:solidFill>
          <a:ln w="10160">
            <a:solidFill>
              <a:srgbClr val="DCDCD6"/>
            </a:solidFill>
            <a:prstDash val="solid"/>
          </a:ln>
        </p:spPr>
        <p:txBody>
          <a:bodyPr/>
          <a:lstStyle/>
          <a:p>
            <a:endParaRPr lang="ja-JP" altLang="en-US"/>
          </a:p>
        </p:txBody>
      </p:sp>
      <p:sp>
        <p:nvSpPr>
          <p:cNvPr id="6" name="Shape 4"/>
          <p:cNvSpPr/>
          <p:nvPr/>
        </p:nvSpPr>
        <p:spPr>
          <a:xfrm>
            <a:off x="694944" y="2075688"/>
            <a:ext cx="475488" cy="310896"/>
          </a:xfrm>
          <a:prstGeom prst="roundRect">
            <a:avLst>
              <a:gd name="adj" fmla="val 23529"/>
            </a:avLst>
          </a:prstGeom>
          <a:solidFill>
            <a:srgbClr val="FFA900"/>
          </a:solidFill>
          <a:ln w="12700">
            <a:solidFill>
              <a:srgbClr val="FFA900"/>
            </a:solidFill>
            <a:prstDash val="solid"/>
          </a:ln>
        </p:spPr>
        <p:txBody>
          <a:bodyPr/>
          <a:lstStyle/>
          <a:p>
            <a:endParaRPr lang="ja-JP" altLang="en-US"/>
          </a:p>
        </p:txBody>
      </p:sp>
      <p:sp>
        <p:nvSpPr>
          <p:cNvPr id="7" name="Text 5"/>
          <p:cNvSpPr/>
          <p:nvPr/>
        </p:nvSpPr>
        <p:spPr>
          <a:xfrm>
            <a:off x="694944" y="2084832"/>
            <a:ext cx="475488" cy="274320"/>
          </a:xfrm>
          <a:prstGeom prst="rect">
            <a:avLst/>
          </a:prstGeom>
          <a:noFill/>
          <a:ln/>
        </p:spPr>
        <p:txBody>
          <a:bodyPr wrap="square" lIns="0" tIns="0" rIns="0" bIns="0" rtlCol="0" anchor="ctr"/>
          <a:lstStyle/>
          <a:p>
            <a:pPr marL="0" indent="0" algn="ctr">
              <a:buNone/>
            </a:pPr>
            <a:r>
              <a:rPr lang="en-US" sz="1000" b="1">
                <a:solidFill>
                  <a:srgbClr val="191919"/>
                </a:solidFill>
                <a:latin typeface="Aptos" pitchFamily="34" charset="0"/>
                <a:ea typeface="Aptos" pitchFamily="34" charset="-122"/>
                <a:cs typeface="Aptos" pitchFamily="34" charset="-120"/>
              </a:rPr>
              <a:t>01</a:t>
            </a:r>
            <a:endParaRPr lang="en-US" sz="1000"/>
          </a:p>
        </p:txBody>
      </p:sp>
      <p:sp>
        <p:nvSpPr>
          <p:cNvPr id="8" name="Text 6"/>
          <p:cNvSpPr/>
          <p:nvPr/>
        </p:nvSpPr>
        <p:spPr>
          <a:xfrm>
            <a:off x="694944" y="2642616"/>
            <a:ext cx="1554480" cy="530352"/>
          </a:xfrm>
          <a:prstGeom prst="rect">
            <a:avLst/>
          </a:prstGeom>
          <a:noFill/>
          <a:ln/>
        </p:spPr>
        <p:txBody>
          <a:bodyPr wrap="square" lIns="0" tIns="0" rIns="0" bIns="0" rtlCol="0" anchor="ctr"/>
          <a:lstStyle/>
          <a:p>
            <a:pPr marL="0" indent="0" algn="ctr">
              <a:buNone/>
            </a:pPr>
            <a:r>
              <a:rPr lang="en-US" sz="1320" b="1">
                <a:solidFill>
                  <a:srgbClr val="191919"/>
                </a:solidFill>
                <a:latin typeface="Yu Gothic" pitchFamily="34" charset="0"/>
                <a:ea typeface="Yu Gothic" pitchFamily="34" charset="-122"/>
                <a:cs typeface="Yu Gothic" pitchFamily="34" charset="-120"/>
              </a:rPr>
              <a:t>Datasetを読み込む</a:t>
            </a:r>
            <a:endParaRPr lang="en-US" sz="1320"/>
          </a:p>
        </p:txBody>
      </p:sp>
      <p:sp>
        <p:nvSpPr>
          <p:cNvPr id="9" name="Text 7"/>
          <p:cNvSpPr/>
          <p:nvPr/>
        </p:nvSpPr>
        <p:spPr>
          <a:xfrm>
            <a:off x="713232" y="3355848"/>
            <a:ext cx="1508760" cy="960120"/>
          </a:xfrm>
          <a:prstGeom prst="rect">
            <a:avLst/>
          </a:prstGeom>
          <a:noFill/>
          <a:ln/>
        </p:spPr>
        <p:txBody>
          <a:bodyPr wrap="square" lIns="0" tIns="0" rIns="0" bIns="0" rtlCol="0" anchor="ctr"/>
          <a:lstStyle/>
          <a:p>
            <a:pPr marL="0" indent="0" algn="ctr">
              <a:buNone/>
            </a:pPr>
            <a:r>
              <a:rPr lang="en-US" sz="1020">
                <a:solidFill>
                  <a:srgbClr val="787873"/>
                </a:solidFill>
                <a:latin typeface="Yu Gothic" pitchFamily="34" charset="0"/>
                <a:ea typeface="Yu Gothic" pitchFamily="34" charset="-122"/>
                <a:cs typeface="Yu Gothic" pitchFamily="34" charset="-120"/>
              </a:rPr>
              <a:t>2カメラ・100エピソードの</a:t>
            </a:r>
            <a:endParaRPr lang="en-US" sz="1020"/>
          </a:p>
          <a:p>
            <a:pPr marL="0" indent="0" algn="ctr">
              <a:buNone/>
            </a:pPr>
            <a:r>
              <a:rPr lang="en-US" sz="1020">
                <a:solidFill>
                  <a:srgbClr val="787873"/>
                </a:solidFill>
                <a:latin typeface="Yu Gothic" pitchFamily="34" charset="0"/>
                <a:ea typeface="Yu Gothic" pitchFamily="34" charset="-122"/>
                <a:cs typeface="Yu Gothic" pitchFamily="34" charset="-120"/>
              </a:rPr>
              <a:t>学習データを使用</a:t>
            </a:r>
            <a:endParaRPr lang="en-US" sz="1020"/>
          </a:p>
        </p:txBody>
      </p:sp>
      <p:sp>
        <p:nvSpPr>
          <p:cNvPr id="10" name="Shape 8"/>
          <p:cNvSpPr/>
          <p:nvPr/>
        </p:nvSpPr>
        <p:spPr>
          <a:xfrm>
            <a:off x="2423160" y="3346704"/>
            <a:ext cx="283464" cy="0"/>
          </a:xfrm>
          <a:prstGeom prst="line">
            <a:avLst/>
          </a:prstGeom>
          <a:noFill/>
          <a:ln w="27940">
            <a:solidFill>
              <a:srgbClr val="FFA900"/>
            </a:solidFill>
            <a:prstDash val="solid"/>
            <a:headEnd type="none"/>
            <a:tailEnd type="triangle"/>
          </a:ln>
        </p:spPr>
        <p:txBody>
          <a:bodyPr/>
          <a:lstStyle/>
          <a:p>
            <a:endParaRPr lang="ja-JP" altLang="en-US"/>
          </a:p>
        </p:txBody>
      </p:sp>
      <p:sp>
        <p:nvSpPr>
          <p:cNvPr id="11" name="Shape 9"/>
          <p:cNvSpPr/>
          <p:nvPr/>
        </p:nvSpPr>
        <p:spPr>
          <a:xfrm>
            <a:off x="2770632" y="1874520"/>
            <a:ext cx="1874520" cy="2971800"/>
          </a:xfrm>
          <a:prstGeom prst="roundRect">
            <a:avLst>
              <a:gd name="adj" fmla="val 3902"/>
            </a:avLst>
          </a:prstGeom>
          <a:solidFill>
            <a:srgbClr val="FAFAF7"/>
          </a:solidFill>
          <a:ln w="10160">
            <a:solidFill>
              <a:srgbClr val="DCDCD6"/>
            </a:solidFill>
            <a:prstDash val="solid"/>
          </a:ln>
        </p:spPr>
        <p:txBody>
          <a:bodyPr/>
          <a:lstStyle/>
          <a:p>
            <a:endParaRPr lang="ja-JP" altLang="en-US"/>
          </a:p>
        </p:txBody>
      </p:sp>
      <p:sp>
        <p:nvSpPr>
          <p:cNvPr id="12" name="Shape 10"/>
          <p:cNvSpPr/>
          <p:nvPr/>
        </p:nvSpPr>
        <p:spPr>
          <a:xfrm>
            <a:off x="2935224" y="2075688"/>
            <a:ext cx="475488" cy="310896"/>
          </a:xfrm>
          <a:prstGeom prst="roundRect">
            <a:avLst>
              <a:gd name="adj" fmla="val 23529"/>
            </a:avLst>
          </a:prstGeom>
          <a:solidFill>
            <a:srgbClr val="FFA900"/>
          </a:solidFill>
          <a:ln w="12700">
            <a:solidFill>
              <a:srgbClr val="FFA900"/>
            </a:solidFill>
            <a:prstDash val="solid"/>
          </a:ln>
        </p:spPr>
        <p:txBody>
          <a:bodyPr/>
          <a:lstStyle/>
          <a:p>
            <a:endParaRPr lang="ja-JP" altLang="en-US"/>
          </a:p>
        </p:txBody>
      </p:sp>
      <p:sp>
        <p:nvSpPr>
          <p:cNvPr id="13" name="Text 11"/>
          <p:cNvSpPr/>
          <p:nvPr/>
        </p:nvSpPr>
        <p:spPr>
          <a:xfrm>
            <a:off x="2935224" y="2084832"/>
            <a:ext cx="475488" cy="274320"/>
          </a:xfrm>
          <a:prstGeom prst="rect">
            <a:avLst/>
          </a:prstGeom>
          <a:noFill/>
          <a:ln/>
        </p:spPr>
        <p:txBody>
          <a:bodyPr wrap="square" lIns="0" tIns="0" rIns="0" bIns="0" rtlCol="0" anchor="ctr"/>
          <a:lstStyle/>
          <a:p>
            <a:pPr marL="0" indent="0" algn="ctr">
              <a:buNone/>
            </a:pPr>
            <a:r>
              <a:rPr lang="en-US" sz="1000" b="1">
                <a:solidFill>
                  <a:srgbClr val="191919"/>
                </a:solidFill>
                <a:latin typeface="Aptos" pitchFamily="34" charset="0"/>
                <a:ea typeface="Aptos" pitchFamily="34" charset="-122"/>
                <a:cs typeface="Aptos" pitchFamily="34" charset="-120"/>
              </a:rPr>
              <a:t>02</a:t>
            </a:r>
            <a:endParaRPr lang="en-US" sz="1000"/>
          </a:p>
        </p:txBody>
      </p:sp>
      <p:sp>
        <p:nvSpPr>
          <p:cNvPr id="14" name="Text 12"/>
          <p:cNvSpPr/>
          <p:nvPr/>
        </p:nvSpPr>
        <p:spPr>
          <a:xfrm>
            <a:off x="2935224" y="2642616"/>
            <a:ext cx="1554480" cy="530352"/>
          </a:xfrm>
          <a:prstGeom prst="rect">
            <a:avLst/>
          </a:prstGeom>
          <a:noFill/>
          <a:ln/>
        </p:spPr>
        <p:txBody>
          <a:bodyPr wrap="square" lIns="0" tIns="0" rIns="0" bIns="0" rtlCol="0" anchor="ctr"/>
          <a:lstStyle/>
          <a:p>
            <a:pPr marL="0" indent="0" algn="ctr">
              <a:buNone/>
            </a:pPr>
            <a:r>
              <a:rPr lang="en-US" sz="1320" b="1">
                <a:solidFill>
                  <a:srgbClr val="191919"/>
                </a:solidFill>
                <a:latin typeface="Yu Gothic" pitchFamily="34" charset="0"/>
                <a:ea typeface="Yu Gothic" pitchFamily="34" charset="-122"/>
                <a:cs typeface="Yu Gothic" pitchFamily="34" charset="-120"/>
              </a:rPr>
              <a:t>ACTを設定</a:t>
            </a:r>
            <a:endParaRPr lang="en-US" sz="1320"/>
          </a:p>
        </p:txBody>
      </p:sp>
      <p:sp>
        <p:nvSpPr>
          <p:cNvPr id="15" name="Text 13"/>
          <p:cNvSpPr/>
          <p:nvPr/>
        </p:nvSpPr>
        <p:spPr>
          <a:xfrm>
            <a:off x="2953512" y="3355848"/>
            <a:ext cx="1508760" cy="960120"/>
          </a:xfrm>
          <a:prstGeom prst="rect">
            <a:avLst/>
          </a:prstGeom>
          <a:noFill/>
          <a:ln/>
        </p:spPr>
        <p:txBody>
          <a:bodyPr wrap="square" lIns="0" tIns="0" rIns="0" bIns="0" rtlCol="0" anchor="ctr"/>
          <a:lstStyle/>
          <a:p>
            <a:pPr marL="0" indent="0" algn="ctr">
              <a:buNone/>
            </a:pPr>
            <a:r>
              <a:rPr lang="en-US" sz="1020">
                <a:solidFill>
                  <a:srgbClr val="787873"/>
                </a:solidFill>
                <a:latin typeface="Yu Gothic" pitchFamily="34" charset="0"/>
                <a:ea typeface="Yu Gothic" pitchFamily="34" charset="-122"/>
                <a:cs typeface="Yu Gothic" pitchFamily="34" charset="-120"/>
              </a:rPr>
              <a:t>画像2視点 + 関節状態から</a:t>
            </a:r>
            <a:endParaRPr lang="en-US" sz="1020"/>
          </a:p>
          <a:p>
            <a:pPr marL="0" indent="0" algn="ctr">
              <a:buNone/>
            </a:pPr>
            <a:r>
              <a:rPr lang="en-US" sz="1020">
                <a:solidFill>
                  <a:srgbClr val="787873"/>
                </a:solidFill>
                <a:latin typeface="Yu Gothic" pitchFamily="34" charset="0"/>
                <a:ea typeface="Yu Gothic" pitchFamily="34" charset="-122"/>
                <a:cs typeface="Yu Gothic" pitchFamily="34" charset="-120"/>
              </a:rPr>
              <a:t>Actionを予測</a:t>
            </a:r>
            <a:endParaRPr lang="en-US" sz="1020"/>
          </a:p>
        </p:txBody>
      </p:sp>
      <p:sp>
        <p:nvSpPr>
          <p:cNvPr id="16" name="Shape 14"/>
          <p:cNvSpPr/>
          <p:nvPr/>
        </p:nvSpPr>
        <p:spPr>
          <a:xfrm>
            <a:off x="4663440" y="3346704"/>
            <a:ext cx="283464" cy="0"/>
          </a:xfrm>
          <a:prstGeom prst="line">
            <a:avLst/>
          </a:prstGeom>
          <a:noFill/>
          <a:ln w="27940">
            <a:solidFill>
              <a:srgbClr val="FFA900"/>
            </a:solidFill>
            <a:prstDash val="solid"/>
            <a:headEnd type="none"/>
            <a:tailEnd type="triangle"/>
          </a:ln>
        </p:spPr>
        <p:txBody>
          <a:bodyPr/>
          <a:lstStyle/>
          <a:p>
            <a:endParaRPr lang="ja-JP" altLang="en-US"/>
          </a:p>
        </p:txBody>
      </p:sp>
      <p:sp>
        <p:nvSpPr>
          <p:cNvPr id="17" name="Shape 15"/>
          <p:cNvSpPr/>
          <p:nvPr/>
        </p:nvSpPr>
        <p:spPr>
          <a:xfrm>
            <a:off x="5010912" y="1874520"/>
            <a:ext cx="1874520" cy="2971800"/>
          </a:xfrm>
          <a:prstGeom prst="roundRect">
            <a:avLst>
              <a:gd name="adj" fmla="val 3902"/>
            </a:avLst>
          </a:prstGeom>
          <a:solidFill>
            <a:srgbClr val="FFF7E6"/>
          </a:solidFill>
          <a:ln w="19050">
            <a:solidFill>
              <a:srgbClr val="FFA900"/>
            </a:solidFill>
            <a:prstDash val="solid"/>
          </a:ln>
        </p:spPr>
        <p:txBody>
          <a:bodyPr/>
          <a:lstStyle/>
          <a:p>
            <a:endParaRPr lang="ja-JP" altLang="en-US"/>
          </a:p>
        </p:txBody>
      </p:sp>
      <p:sp>
        <p:nvSpPr>
          <p:cNvPr id="18" name="Shape 16"/>
          <p:cNvSpPr/>
          <p:nvPr/>
        </p:nvSpPr>
        <p:spPr>
          <a:xfrm>
            <a:off x="5175504" y="2075688"/>
            <a:ext cx="475488" cy="310896"/>
          </a:xfrm>
          <a:prstGeom prst="roundRect">
            <a:avLst>
              <a:gd name="adj" fmla="val 23529"/>
            </a:avLst>
          </a:prstGeom>
          <a:solidFill>
            <a:srgbClr val="FFA900"/>
          </a:solidFill>
          <a:ln w="12700">
            <a:solidFill>
              <a:srgbClr val="FFA900"/>
            </a:solidFill>
            <a:prstDash val="solid"/>
          </a:ln>
        </p:spPr>
        <p:txBody>
          <a:bodyPr/>
          <a:lstStyle/>
          <a:p>
            <a:endParaRPr lang="ja-JP" altLang="en-US"/>
          </a:p>
        </p:txBody>
      </p:sp>
      <p:sp>
        <p:nvSpPr>
          <p:cNvPr id="19" name="Text 17"/>
          <p:cNvSpPr/>
          <p:nvPr/>
        </p:nvSpPr>
        <p:spPr>
          <a:xfrm>
            <a:off x="5175504" y="2084832"/>
            <a:ext cx="475488" cy="274320"/>
          </a:xfrm>
          <a:prstGeom prst="rect">
            <a:avLst/>
          </a:prstGeom>
          <a:noFill/>
          <a:ln/>
        </p:spPr>
        <p:txBody>
          <a:bodyPr wrap="square" lIns="0" tIns="0" rIns="0" bIns="0" rtlCol="0" anchor="ctr"/>
          <a:lstStyle/>
          <a:p>
            <a:pPr marL="0" indent="0" algn="ctr">
              <a:buNone/>
            </a:pPr>
            <a:r>
              <a:rPr lang="en-US" sz="1000" b="1">
                <a:solidFill>
                  <a:srgbClr val="191919"/>
                </a:solidFill>
                <a:latin typeface="Aptos" pitchFamily="34" charset="0"/>
                <a:ea typeface="Aptos" pitchFamily="34" charset="-122"/>
                <a:cs typeface="Aptos" pitchFamily="34" charset="-120"/>
              </a:rPr>
              <a:t>03</a:t>
            </a:r>
            <a:endParaRPr lang="en-US" sz="1000"/>
          </a:p>
        </p:txBody>
      </p:sp>
      <p:sp>
        <p:nvSpPr>
          <p:cNvPr id="20" name="Text 18"/>
          <p:cNvSpPr/>
          <p:nvPr/>
        </p:nvSpPr>
        <p:spPr>
          <a:xfrm>
            <a:off x="5175504" y="2642616"/>
            <a:ext cx="1554480" cy="530352"/>
          </a:xfrm>
          <a:prstGeom prst="rect">
            <a:avLst/>
          </a:prstGeom>
          <a:noFill/>
          <a:ln/>
        </p:spPr>
        <p:txBody>
          <a:bodyPr wrap="square" lIns="0" tIns="0" rIns="0" bIns="0" rtlCol="0" anchor="ctr"/>
          <a:lstStyle/>
          <a:p>
            <a:pPr marL="0" indent="0" algn="ctr">
              <a:buNone/>
            </a:pPr>
            <a:r>
              <a:rPr lang="en-US" sz="1320" b="1">
                <a:solidFill>
                  <a:srgbClr val="191919"/>
                </a:solidFill>
                <a:latin typeface="Yu Gothic" pitchFamily="34" charset="0"/>
                <a:ea typeface="Yu Gothic" pitchFamily="34" charset="-122"/>
                <a:cs typeface="Yu Gothic" pitchFamily="34" charset="-120"/>
              </a:rPr>
              <a:t>学習を実行</a:t>
            </a:r>
            <a:endParaRPr lang="en-US" sz="1320"/>
          </a:p>
        </p:txBody>
      </p:sp>
      <p:sp>
        <p:nvSpPr>
          <p:cNvPr id="21" name="Text 19"/>
          <p:cNvSpPr/>
          <p:nvPr/>
        </p:nvSpPr>
        <p:spPr>
          <a:xfrm>
            <a:off x="5193792" y="3355848"/>
            <a:ext cx="1508760" cy="960120"/>
          </a:xfrm>
          <a:prstGeom prst="rect">
            <a:avLst/>
          </a:prstGeom>
          <a:noFill/>
          <a:ln/>
        </p:spPr>
        <p:txBody>
          <a:bodyPr wrap="square" lIns="0" tIns="0" rIns="0" bIns="0" rtlCol="0" anchor="ctr"/>
          <a:lstStyle/>
          <a:p>
            <a:pPr marL="0" indent="0" algn="ctr">
              <a:buNone/>
            </a:pPr>
            <a:r>
              <a:rPr lang="en-US" sz="1020">
                <a:solidFill>
                  <a:srgbClr val="787873"/>
                </a:solidFill>
                <a:latin typeface="Yu Gothic" pitchFamily="34" charset="0"/>
                <a:ea typeface="Yu Gothic" pitchFamily="34" charset="-122"/>
                <a:cs typeface="Yu Gothic" pitchFamily="34" charset="-120"/>
              </a:rPr>
              <a:t>Batch = 8 / LR = 1e-5</a:t>
            </a:r>
            <a:endParaRPr lang="en-US" sz="1020"/>
          </a:p>
          <a:p>
            <a:pPr marL="0" indent="0" algn="ctr">
              <a:buNone/>
            </a:pPr>
            <a:r>
              <a:rPr lang="en-US" sz="1020">
                <a:solidFill>
                  <a:srgbClr val="787873"/>
                </a:solidFill>
                <a:latin typeface="Yu Gothic" pitchFamily="34" charset="0"/>
                <a:ea typeface="Yu Gothic" pitchFamily="34" charset="-122"/>
                <a:cs typeface="Yu Gothic" pitchFamily="34" charset="-120"/>
              </a:rPr>
              <a:t>lerobot-trainを使用</a:t>
            </a:r>
            <a:endParaRPr lang="en-US" sz="1020"/>
          </a:p>
        </p:txBody>
      </p:sp>
      <p:sp>
        <p:nvSpPr>
          <p:cNvPr id="22" name="Shape 20"/>
          <p:cNvSpPr/>
          <p:nvPr/>
        </p:nvSpPr>
        <p:spPr>
          <a:xfrm>
            <a:off x="6903720" y="3346704"/>
            <a:ext cx="283464" cy="0"/>
          </a:xfrm>
          <a:prstGeom prst="line">
            <a:avLst/>
          </a:prstGeom>
          <a:noFill/>
          <a:ln w="27940">
            <a:solidFill>
              <a:srgbClr val="FFA900"/>
            </a:solidFill>
            <a:prstDash val="solid"/>
            <a:headEnd type="none"/>
            <a:tailEnd type="triangle"/>
          </a:ln>
        </p:spPr>
        <p:txBody>
          <a:bodyPr/>
          <a:lstStyle/>
          <a:p>
            <a:endParaRPr lang="ja-JP" altLang="en-US"/>
          </a:p>
        </p:txBody>
      </p:sp>
      <p:sp>
        <p:nvSpPr>
          <p:cNvPr id="23" name="Shape 21"/>
          <p:cNvSpPr/>
          <p:nvPr/>
        </p:nvSpPr>
        <p:spPr>
          <a:xfrm>
            <a:off x="7251192" y="1874520"/>
            <a:ext cx="1874520" cy="2971800"/>
          </a:xfrm>
          <a:prstGeom prst="roundRect">
            <a:avLst>
              <a:gd name="adj" fmla="val 3902"/>
            </a:avLst>
          </a:prstGeom>
          <a:solidFill>
            <a:srgbClr val="FAFAF7"/>
          </a:solidFill>
          <a:ln w="10160">
            <a:solidFill>
              <a:srgbClr val="DCDCD6"/>
            </a:solidFill>
            <a:prstDash val="solid"/>
          </a:ln>
        </p:spPr>
        <p:txBody>
          <a:bodyPr/>
          <a:lstStyle/>
          <a:p>
            <a:endParaRPr lang="ja-JP" altLang="en-US"/>
          </a:p>
        </p:txBody>
      </p:sp>
      <p:sp>
        <p:nvSpPr>
          <p:cNvPr id="24" name="Shape 22"/>
          <p:cNvSpPr/>
          <p:nvPr/>
        </p:nvSpPr>
        <p:spPr>
          <a:xfrm>
            <a:off x="7415784" y="2075688"/>
            <a:ext cx="475488" cy="310896"/>
          </a:xfrm>
          <a:prstGeom prst="roundRect">
            <a:avLst>
              <a:gd name="adj" fmla="val 23529"/>
            </a:avLst>
          </a:prstGeom>
          <a:solidFill>
            <a:srgbClr val="FFA900"/>
          </a:solidFill>
          <a:ln w="12700">
            <a:solidFill>
              <a:srgbClr val="FFA900"/>
            </a:solidFill>
            <a:prstDash val="solid"/>
          </a:ln>
        </p:spPr>
        <p:txBody>
          <a:bodyPr/>
          <a:lstStyle/>
          <a:p>
            <a:endParaRPr lang="ja-JP" altLang="en-US"/>
          </a:p>
        </p:txBody>
      </p:sp>
      <p:sp>
        <p:nvSpPr>
          <p:cNvPr id="25" name="Text 23"/>
          <p:cNvSpPr/>
          <p:nvPr/>
        </p:nvSpPr>
        <p:spPr>
          <a:xfrm>
            <a:off x="7415784" y="2084832"/>
            <a:ext cx="475488" cy="274320"/>
          </a:xfrm>
          <a:prstGeom prst="rect">
            <a:avLst/>
          </a:prstGeom>
          <a:noFill/>
          <a:ln/>
        </p:spPr>
        <p:txBody>
          <a:bodyPr wrap="square" lIns="0" tIns="0" rIns="0" bIns="0" rtlCol="0" anchor="ctr"/>
          <a:lstStyle/>
          <a:p>
            <a:pPr marL="0" indent="0" algn="ctr">
              <a:buNone/>
            </a:pPr>
            <a:r>
              <a:rPr lang="en-US" sz="1000" b="1">
                <a:solidFill>
                  <a:srgbClr val="191919"/>
                </a:solidFill>
                <a:latin typeface="Aptos" pitchFamily="34" charset="0"/>
                <a:ea typeface="Aptos" pitchFamily="34" charset="-122"/>
                <a:cs typeface="Aptos" pitchFamily="34" charset="-120"/>
              </a:rPr>
              <a:t>04</a:t>
            </a:r>
            <a:endParaRPr lang="en-US" sz="1000"/>
          </a:p>
        </p:txBody>
      </p:sp>
      <p:sp>
        <p:nvSpPr>
          <p:cNvPr id="26" name="Text 24"/>
          <p:cNvSpPr/>
          <p:nvPr/>
        </p:nvSpPr>
        <p:spPr>
          <a:xfrm>
            <a:off x="7415784" y="2642616"/>
            <a:ext cx="1554480" cy="530352"/>
          </a:xfrm>
          <a:prstGeom prst="rect">
            <a:avLst/>
          </a:prstGeom>
          <a:noFill/>
          <a:ln/>
        </p:spPr>
        <p:txBody>
          <a:bodyPr wrap="square" lIns="0" tIns="0" rIns="0" bIns="0" rtlCol="0" anchor="ctr"/>
          <a:lstStyle/>
          <a:p>
            <a:pPr marL="0" indent="0" algn="ctr">
              <a:buNone/>
            </a:pPr>
            <a:r>
              <a:rPr lang="en-US" sz="1320" b="1">
                <a:solidFill>
                  <a:srgbClr val="191919"/>
                </a:solidFill>
                <a:latin typeface="Yu Gothic" pitchFamily="34" charset="0"/>
                <a:ea typeface="Yu Gothic" pitchFamily="34" charset="-122"/>
                <a:cs typeface="Yu Gothic" pitchFamily="34" charset="-120"/>
              </a:rPr>
              <a:t>step数を変更</a:t>
            </a:r>
            <a:endParaRPr lang="en-US" sz="1320"/>
          </a:p>
        </p:txBody>
      </p:sp>
      <p:sp>
        <p:nvSpPr>
          <p:cNvPr id="27" name="Text 25"/>
          <p:cNvSpPr/>
          <p:nvPr/>
        </p:nvSpPr>
        <p:spPr>
          <a:xfrm>
            <a:off x="7434072" y="3355848"/>
            <a:ext cx="1508760" cy="960120"/>
          </a:xfrm>
          <a:prstGeom prst="rect">
            <a:avLst/>
          </a:prstGeom>
          <a:noFill/>
          <a:ln/>
        </p:spPr>
        <p:txBody>
          <a:bodyPr wrap="square" lIns="0" tIns="0" rIns="0" bIns="0" rtlCol="0" anchor="ctr"/>
          <a:lstStyle/>
          <a:p>
            <a:pPr marL="0" indent="0" algn="ctr">
              <a:buNone/>
            </a:pPr>
            <a:r>
              <a:rPr lang="en-US" sz="1020">
                <a:solidFill>
                  <a:srgbClr val="787873"/>
                </a:solidFill>
                <a:latin typeface="Yu Gothic" pitchFamily="34" charset="0"/>
                <a:ea typeface="Yu Gothic" pitchFamily="34" charset="-122"/>
                <a:cs typeface="Yu Gothic" pitchFamily="34" charset="-120"/>
              </a:rPr>
              <a:t>1K / 100K / 300Kで</a:t>
            </a:r>
            <a:endParaRPr lang="en-US" sz="1020"/>
          </a:p>
          <a:p>
            <a:pPr marL="0" indent="0" algn="ctr">
              <a:buNone/>
            </a:pPr>
            <a:r>
              <a:rPr lang="en-US" sz="1020">
                <a:solidFill>
                  <a:srgbClr val="787873"/>
                </a:solidFill>
                <a:latin typeface="Yu Gothic" pitchFamily="34" charset="0"/>
                <a:ea typeface="Yu Gothic" pitchFamily="34" charset="-122"/>
                <a:cs typeface="Yu Gothic" pitchFamily="34" charset="-120"/>
              </a:rPr>
              <a:t>同じ条件のモデルを作成</a:t>
            </a:r>
            <a:endParaRPr lang="en-US" sz="1020"/>
          </a:p>
        </p:txBody>
      </p:sp>
      <p:sp>
        <p:nvSpPr>
          <p:cNvPr id="28" name="Shape 26"/>
          <p:cNvSpPr/>
          <p:nvPr/>
        </p:nvSpPr>
        <p:spPr>
          <a:xfrm>
            <a:off x="9144000" y="3346704"/>
            <a:ext cx="283464" cy="0"/>
          </a:xfrm>
          <a:prstGeom prst="line">
            <a:avLst/>
          </a:prstGeom>
          <a:noFill/>
          <a:ln w="27940">
            <a:solidFill>
              <a:srgbClr val="FFA900"/>
            </a:solidFill>
            <a:prstDash val="solid"/>
            <a:headEnd type="none"/>
            <a:tailEnd type="triangle"/>
          </a:ln>
        </p:spPr>
        <p:txBody>
          <a:bodyPr/>
          <a:lstStyle/>
          <a:p>
            <a:endParaRPr lang="ja-JP" altLang="en-US"/>
          </a:p>
        </p:txBody>
      </p:sp>
      <p:sp>
        <p:nvSpPr>
          <p:cNvPr id="29" name="Shape 27"/>
          <p:cNvSpPr/>
          <p:nvPr/>
        </p:nvSpPr>
        <p:spPr>
          <a:xfrm>
            <a:off x="9491472" y="1874520"/>
            <a:ext cx="1874520" cy="2971800"/>
          </a:xfrm>
          <a:prstGeom prst="roundRect">
            <a:avLst>
              <a:gd name="adj" fmla="val 3902"/>
            </a:avLst>
          </a:prstGeom>
          <a:solidFill>
            <a:srgbClr val="FAFAF7"/>
          </a:solidFill>
          <a:ln w="10160">
            <a:solidFill>
              <a:srgbClr val="DCDCD6"/>
            </a:solidFill>
            <a:prstDash val="solid"/>
          </a:ln>
        </p:spPr>
        <p:txBody>
          <a:bodyPr/>
          <a:lstStyle/>
          <a:p>
            <a:endParaRPr lang="ja-JP" altLang="en-US"/>
          </a:p>
        </p:txBody>
      </p:sp>
      <p:sp>
        <p:nvSpPr>
          <p:cNvPr id="30" name="Shape 28"/>
          <p:cNvSpPr/>
          <p:nvPr/>
        </p:nvSpPr>
        <p:spPr>
          <a:xfrm>
            <a:off x="9656064" y="2075688"/>
            <a:ext cx="475488" cy="310896"/>
          </a:xfrm>
          <a:prstGeom prst="roundRect">
            <a:avLst>
              <a:gd name="adj" fmla="val 23529"/>
            </a:avLst>
          </a:prstGeom>
          <a:solidFill>
            <a:srgbClr val="FFA900"/>
          </a:solidFill>
          <a:ln w="12700">
            <a:solidFill>
              <a:srgbClr val="FFA900"/>
            </a:solidFill>
            <a:prstDash val="solid"/>
          </a:ln>
        </p:spPr>
        <p:txBody>
          <a:bodyPr/>
          <a:lstStyle/>
          <a:p>
            <a:endParaRPr lang="ja-JP" altLang="en-US"/>
          </a:p>
        </p:txBody>
      </p:sp>
      <p:sp>
        <p:nvSpPr>
          <p:cNvPr id="31" name="Text 29"/>
          <p:cNvSpPr/>
          <p:nvPr/>
        </p:nvSpPr>
        <p:spPr>
          <a:xfrm>
            <a:off x="9656064" y="2084832"/>
            <a:ext cx="475488" cy="274320"/>
          </a:xfrm>
          <a:prstGeom prst="rect">
            <a:avLst/>
          </a:prstGeom>
          <a:noFill/>
          <a:ln/>
        </p:spPr>
        <p:txBody>
          <a:bodyPr wrap="square" lIns="0" tIns="0" rIns="0" bIns="0" rtlCol="0" anchor="ctr"/>
          <a:lstStyle/>
          <a:p>
            <a:pPr marL="0" indent="0" algn="ctr">
              <a:buNone/>
            </a:pPr>
            <a:r>
              <a:rPr lang="en-US" sz="1000" b="1">
                <a:solidFill>
                  <a:srgbClr val="191919"/>
                </a:solidFill>
                <a:latin typeface="Aptos" pitchFamily="34" charset="0"/>
                <a:ea typeface="Aptos" pitchFamily="34" charset="-122"/>
                <a:cs typeface="Aptos" pitchFamily="34" charset="-120"/>
              </a:rPr>
              <a:t>05</a:t>
            </a:r>
            <a:endParaRPr lang="en-US" sz="1000"/>
          </a:p>
        </p:txBody>
      </p:sp>
      <p:sp>
        <p:nvSpPr>
          <p:cNvPr id="32" name="Text 30"/>
          <p:cNvSpPr/>
          <p:nvPr/>
        </p:nvSpPr>
        <p:spPr>
          <a:xfrm>
            <a:off x="9656064" y="2642616"/>
            <a:ext cx="1554480" cy="530352"/>
          </a:xfrm>
          <a:prstGeom prst="rect">
            <a:avLst/>
          </a:prstGeom>
          <a:noFill/>
          <a:ln/>
        </p:spPr>
        <p:txBody>
          <a:bodyPr wrap="square" lIns="0" tIns="0" rIns="0" bIns="0" rtlCol="0" anchor="ctr"/>
          <a:lstStyle/>
          <a:p>
            <a:pPr marL="0" indent="0" algn="ctr">
              <a:buNone/>
            </a:pPr>
            <a:r>
              <a:rPr lang="en-US" sz="1320" b="1">
                <a:solidFill>
                  <a:srgbClr val="191919"/>
                </a:solidFill>
                <a:latin typeface="Yu Gothic" pitchFamily="34" charset="0"/>
                <a:ea typeface="Yu Gothic" pitchFamily="34" charset="-122"/>
                <a:cs typeface="Yu Gothic" pitchFamily="34" charset="-120"/>
              </a:rPr>
              <a:t>保存・比較</a:t>
            </a:r>
            <a:endParaRPr lang="en-US" sz="1320"/>
          </a:p>
        </p:txBody>
      </p:sp>
      <p:sp>
        <p:nvSpPr>
          <p:cNvPr id="33" name="Text 31"/>
          <p:cNvSpPr/>
          <p:nvPr/>
        </p:nvSpPr>
        <p:spPr>
          <a:xfrm>
            <a:off x="9674352" y="3355848"/>
            <a:ext cx="1508760" cy="960120"/>
          </a:xfrm>
          <a:prstGeom prst="rect">
            <a:avLst/>
          </a:prstGeom>
          <a:noFill/>
          <a:ln/>
        </p:spPr>
        <p:txBody>
          <a:bodyPr wrap="square" lIns="0" tIns="0" rIns="0" bIns="0" rtlCol="0" anchor="ctr"/>
          <a:lstStyle/>
          <a:p>
            <a:pPr marL="0" indent="0" algn="ctr">
              <a:buNone/>
            </a:pPr>
            <a:r>
              <a:rPr lang="en-US" sz="1020">
                <a:solidFill>
                  <a:srgbClr val="787873"/>
                </a:solidFill>
                <a:latin typeface="Yu Gothic" pitchFamily="34" charset="0"/>
                <a:ea typeface="Yu Gothic" pitchFamily="34" charset="-122"/>
                <a:cs typeface="Yu Gothic" pitchFamily="34" charset="-120"/>
              </a:rPr>
              <a:t>Checkpointと最終モデルを保存し</a:t>
            </a:r>
            <a:endParaRPr lang="en-US" sz="1020"/>
          </a:p>
          <a:p>
            <a:pPr marL="0" indent="0" algn="ctr">
              <a:buNone/>
            </a:pPr>
            <a:r>
              <a:rPr lang="en-US" sz="1020">
                <a:solidFill>
                  <a:srgbClr val="787873"/>
                </a:solidFill>
                <a:latin typeface="Yu Gothic" pitchFamily="34" charset="0"/>
                <a:ea typeface="Yu Gothic" pitchFamily="34" charset="-122"/>
                <a:cs typeface="Yu Gothic" pitchFamily="34" charset="-120"/>
              </a:rPr>
              <a:t>実機の成功率で比較</a:t>
            </a:r>
            <a:endParaRPr lang="en-US" sz="1020"/>
          </a:p>
        </p:txBody>
      </p:sp>
      <p:sp>
        <p:nvSpPr>
          <p:cNvPr id="34" name="Shape 32"/>
          <p:cNvSpPr/>
          <p:nvPr/>
        </p:nvSpPr>
        <p:spPr>
          <a:xfrm>
            <a:off x="749808" y="5257800"/>
            <a:ext cx="10698480" cy="749808"/>
          </a:xfrm>
          <a:prstGeom prst="roundRect">
            <a:avLst>
              <a:gd name="adj" fmla="val 9756"/>
            </a:avLst>
          </a:prstGeom>
          <a:solidFill>
            <a:srgbClr val="F6F6F2"/>
          </a:solidFill>
          <a:ln w="12700">
            <a:solidFill>
              <a:srgbClr val="F6F6F2"/>
            </a:solidFill>
            <a:prstDash val="solid"/>
          </a:ln>
        </p:spPr>
        <p:txBody>
          <a:bodyPr/>
          <a:lstStyle/>
          <a:p>
            <a:endParaRPr lang="ja-JP" altLang="en-US"/>
          </a:p>
        </p:txBody>
      </p:sp>
      <p:sp>
        <p:nvSpPr>
          <p:cNvPr id="35" name="Text 33"/>
          <p:cNvSpPr/>
          <p:nvPr/>
        </p:nvSpPr>
        <p:spPr>
          <a:xfrm>
            <a:off x="1051560" y="5486400"/>
            <a:ext cx="10058400" cy="292608"/>
          </a:xfrm>
          <a:prstGeom prst="rect">
            <a:avLst/>
          </a:prstGeom>
          <a:noFill/>
          <a:ln/>
        </p:spPr>
        <p:txBody>
          <a:bodyPr wrap="square" lIns="0" tIns="0" rIns="0" bIns="0" rtlCol="0" anchor="ctr"/>
          <a:lstStyle/>
          <a:p>
            <a:pPr marL="0" indent="0" algn="ctr">
              <a:buNone/>
            </a:pPr>
            <a:r>
              <a:rPr lang="en-US" sz="1250" b="1">
                <a:solidFill>
                  <a:srgbClr val="191919"/>
                </a:solidFill>
                <a:latin typeface="Yu Gothic" pitchFamily="34" charset="0"/>
                <a:ea typeface="Yu Gothic" pitchFamily="34" charset="-122"/>
                <a:cs typeface="Yu Gothic" pitchFamily="34" charset="-120"/>
              </a:rPr>
              <a:t>比較のポイント：Dataset・カメラ・ACTの設定は固定し、学習step数だけを変える</a:t>
            </a:r>
            <a:endParaRPr lang="en-US" sz="1250"/>
          </a:p>
        </p:txBody>
      </p:sp>
      <p:sp>
        <p:nvSpPr>
          <p:cNvPr id="36" name="Slide Number Placeholder 0"/>
          <p:cNvSpPr>
            <a:spLocks noGrp="1"/>
          </p:cNvSpPr>
          <p:nvPr>
            <p:ph type="sldNum" sz="quarter" idx="4294967295"/>
          </p:nvPr>
        </p:nvSpPr>
        <p:spPr>
          <a:xfrm>
            <a:off x="11567160" y="6446520"/>
            <a:ext cx="32004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787873"/>
                </a:solidFill>
                <a:latin typeface="Aptos"/>
                <a:ea typeface="Aptos"/>
                <a:cs typeface="Aptos"/>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75488" y="256032"/>
            <a:ext cx="2377440" cy="201168"/>
          </a:xfrm>
          <a:prstGeom prst="rect">
            <a:avLst/>
          </a:prstGeom>
          <a:noFill/>
          <a:ln/>
        </p:spPr>
        <p:txBody>
          <a:bodyPr wrap="square" lIns="0" tIns="0" rIns="0" bIns="0" rtlCol="0" anchor="ctr"/>
          <a:lstStyle/>
          <a:p>
            <a:pPr marL="0" indent="0">
              <a:buNone/>
            </a:pPr>
            <a:r>
              <a:rPr lang="en-US" sz="900" b="1">
                <a:solidFill>
                  <a:srgbClr val="FFA900"/>
                </a:solidFill>
                <a:latin typeface="Aptos"/>
                <a:ea typeface="Aptos" pitchFamily="34" charset="-122"/>
                <a:cs typeface="Aptos" pitchFamily="34" charset="-120"/>
              </a:rPr>
              <a:t>12 / MODEL COMPARISON</a:t>
            </a:r>
            <a:endParaRPr lang="en-US" sz="900">
              <a:latin typeface="Aptos"/>
            </a:endParaRPr>
          </a:p>
        </p:txBody>
      </p:sp>
      <p:sp>
        <p:nvSpPr>
          <p:cNvPr id="3" name="Text 1"/>
          <p:cNvSpPr/>
          <p:nvPr/>
        </p:nvSpPr>
        <p:spPr>
          <a:xfrm>
            <a:off x="475488" y="566928"/>
            <a:ext cx="7680960" cy="411480"/>
          </a:xfrm>
          <a:prstGeom prst="rect">
            <a:avLst/>
          </a:prstGeom>
          <a:noFill/>
          <a:ln/>
        </p:spPr>
        <p:txBody>
          <a:bodyPr wrap="square" lIns="0" tIns="0" rIns="0" bIns="0" rtlCol="0" anchor="ctr"/>
          <a:lstStyle/>
          <a:p>
            <a:pPr marL="0" indent="0">
              <a:buNone/>
            </a:pPr>
            <a:r>
              <a:rPr lang="en-US" sz="2400" b="1">
                <a:solidFill>
                  <a:srgbClr val="191919"/>
                </a:solidFill>
                <a:latin typeface="Yu Gothic" pitchFamily="34" charset="0"/>
                <a:ea typeface="Yu Gothic" pitchFamily="34" charset="-122"/>
                <a:cs typeface="Yu Gothic" pitchFamily="34" charset="-120"/>
              </a:rPr>
              <a:t>学習ステップ数を変えたモデルを比較</a:t>
            </a:r>
            <a:endParaRPr lang="en-US" sz="2400"/>
          </a:p>
        </p:txBody>
      </p:sp>
      <p:sp>
        <p:nvSpPr>
          <p:cNvPr id="4" name="Text 2"/>
          <p:cNvSpPr/>
          <p:nvPr/>
        </p:nvSpPr>
        <p:spPr>
          <a:xfrm>
            <a:off x="475488" y="1014984"/>
            <a:ext cx="8046720" cy="274320"/>
          </a:xfrm>
          <a:prstGeom prst="rect">
            <a:avLst/>
          </a:prstGeom>
          <a:noFill/>
          <a:ln/>
        </p:spPr>
        <p:txBody>
          <a:bodyPr wrap="square" lIns="0" tIns="0" rIns="0" bIns="0" rtlCol="0" anchor="ctr"/>
          <a:lstStyle/>
          <a:p>
            <a:pPr marL="0" indent="0">
              <a:buNone/>
            </a:pPr>
            <a:r>
              <a:rPr lang="en-US" sz="1050">
                <a:solidFill>
                  <a:srgbClr val="787873"/>
                </a:solidFill>
                <a:latin typeface="Yu Gothic" pitchFamily="34" charset="0"/>
                <a:ea typeface="Yu Gothic" pitchFamily="34" charset="-122"/>
                <a:cs typeface="Yu Gothic" pitchFamily="34" charset="-120"/>
              </a:rPr>
              <a:t>Dataset・カメラ・ACT構成を揃え、学習量だけを変えて影響を確認</a:t>
            </a:r>
            <a:endParaRPr lang="en-US" sz="1050"/>
          </a:p>
        </p:txBody>
      </p:sp>
      <p:sp>
        <p:nvSpPr>
          <p:cNvPr id="5" name="Shape 3"/>
          <p:cNvSpPr/>
          <p:nvPr/>
        </p:nvSpPr>
        <p:spPr>
          <a:xfrm>
            <a:off x="1120511" y="1684638"/>
            <a:ext cx="2907792" cy="3063240"/>
          </a:xfrm>
          <a:prstGeom prst="roundRect">
            <a:avLst>
              <a:gd name="adj" fmla="val 2516"/>
            </a:avLst>
          </a:prstGeom>
          <a:solidFill>
            <a:srgbClr val="E7E7E7"/>
          </a:solidFill>
          <a:ln w="10160">
            <a:solidFill>
              <a:srgbClr val="DCDCD6"/>
            </a:solidFill>
            <a:prstDash val="solid"/>
          </a:ln>
        </p:spPr>
        <p:txBody>
          <a:bodyPr/>
          <a:lstStyle/>
          <a:p>
            <a:endParaRPr lang="ja-JP" altLang="en-US"/>
          </a:p>
        </p:txBody>
      </p:sp>
      <p:sp>
        <p:nvSpPr>
          <p:cNvPr id="6" name="Text 4"/>
          <p:cNvSpPr/>
          <p:nvPr/>
        </p:nvSpPr>
        <p:spPr>
          <a:xfrm>
            <a:off x="1120511" y="1995534"/>
            <a:ext cx="2907792" cy="621792"/>
          </a:xfrm>
          <a:prstGeom prst="rect">
            <a:avLst/>
          </a:prstGeom>
          <a:noFill/>
          <a:ln/>
        </p:spPr>
        <p:txBody>
          <a:bodyPr wrap="square" lIns="0" tIns="0" rIns="0" bIns="0" rtlCol="0" anchor="ctr"/>
          <a:lstStyle/>
          <a:p>
            <a:endParaRPr/>
          </a:p>
        </p:txBody>
      </p:sp>
      <p:sp>
        <p:nvSpPr>
          <p:cNvPr id="7" name="Text 5"/>
          <p:cNvSpPr/>
          <p:nvPr/>
        </p:nvSpPr>
        <p:spPr>
          <a:xfrm>
            <a:off x="1120511" y="2708766"/>
            <a:ext cx="2907792" cy="320040"/>
          </a:xfrm>
          <a:prstGeom prst="rect">
            <a:avLst/>
          </a:prstGeom>
          <a:noFill/>
          <a:ln/>
        </p:spPr>
        <p:txBody>
          <a:bodyPr wrap="square" lIns="0" tIns="0" rIns="0" bIns="0" rtlCol="0" anchor="ctr"/>
          <a:lstStyle/>
          <a:p>
            <a:endParaRPr/>
          </a:p>
        </p:txBody>
      </p:sp>
      <p:sp>
        <p:nvSpPr>
          <p:cNvPr id="8" name="Text 6"/>
          <p:cNvSpPr/>
          <p:nvPr/>
        </p:nvSpPr>
        <p:spPr>
          <a:xfrm>
            <a:off x="1467983" y="3312270"/>
            <a:ext cx="2212848" cy="822960"/>
          </a:xfrm>
          <a:prstGeom prst="rect">
            <a:avLst/>
          </a:prstGeom>
          <a:noFill/>
          <a:ln/>
        </p:spPr>
        <p:txBody>
          <a:bodyPr wrap="square" lIns="0" tIns="0" rIns="0" bIns="0" rtlCol="0" anchor="ctr"/>
          <a:lstStyle/>
          <a:p>
            <a:pPr marL="0" indent="0" algn="ctr">
              <a:buNone/>
            </a:pPr>
            <a:r>
              <a:rPr lang="en-US" sz="1150">
                <a:solidFill>
                  <a:srgbClr val="787873"/>
                </a:solidFill>
                <a:latin typeface="Yu Gothic" pitchFamily="34" charset="0"/>
                <a:ea typeface="Yu Gothic" pitchFamily="34" charset="-122"/>
                <a:cs typeface="Yu Gothic" pitchFamily="34" charset="-120"/>
              </a:rPr>
              <a:t>短時間学習</a:t>
            </a:r>
            <a:endParaRPr lang="en-US" sz="1150"/>
          </a:p>
          <a:p>
            <a:pPr marL="0" indent="0" algn="ctr">
              <a:buNone/>
            </a:pPr>
            <a:r>
              <a:rPr lang="en-US" sz="1150">
                <a:solidFill>
                  <a:srgbClr val="787873"/>
                </a:solidFill>
                <a:latin typeface="Yu Gothic" pitchFamily="34" charset="0"/>
                <a:ea typeface="Yu Gothic" pitchFamily="34" charset="-122"/>
                <a:cs typeface="Yu Gothic" pitchFamily="34" charset="-120"/>
              </a:rPr>
              <a:t>パイプライン確認用</a:t>
            </a:r>
            <a:endParaRPr lang="en-US" sz="1150"/>
          </a:p>
        </p:txBody>
      </p:sp>
      <p:sp>
        <p:nvSpPr>
          <p:cNvPr id="9" name="Shape 7"/>
          <p:cNvSpPr/>
          <p:nvPr/>
        </p:nvSpPr>
        <p:spPr>
          <a:xfrm>
            <a:off x="4531223" y="1684638"/>
            <a:ext cx="2907792" cy="3063240"/>
          </a:xfrm>
          <a:prstGeom prst="roundRect">
            <a:avLst>
              <a:gd name="adj" fmla="val 2516"/>
            </a:avLst>
          </a:prstGeom>
          <a:solidFill>
            <a:srgbClr val="FFF1CC"/>
          </a:solidFill>
          <a:ln w="10160">
            <a:solidFill>
              <a:srgbClr val="DCDCD6"/>
            </a:solidFill>
            <a:prstDash val="solid"/>
          </a:ln>
        </p:spPr>
        <p:txBody>
          <a:bodyPr/>
          <a:lstStyle/>
          <a:p>
            <a:endParaRPr lang="ja-JP" altLang="en-US"/>
          </a:p>
        </p:txBody>
      </p:sp>
      <p:sp>
        <p:nvSpPr>
          <p:cNvPr id="10" name="Text 8"/>
          <p:cNvSpPr/>
          <p:nvPr/>
        </p:nvSpPr>
        <p:spPr>
          <a:xfrm>
            <a:off x="4531223" y="1995534"/>
            <a:ext cx="2907792" cy="621792"/>
          </a:xfrm>
          <a:prstGeom prst="rect">
            <a:avLst/>
          </a:prstGeom>
          <a:noFill/>
          <a:ln/>
        </p:spPr>
        <p:txBody>
          <a:bodyPr wrap="square" lIns="0" tIns="0" rIns="0" bIns="0" rtlCol="0" anchor="ctr"/>
          <a:lstStyle/>
          <a:p>
            <a:pPr marL="0" indent="0" algn="ctr">
              <a:buNone/>
            </a:pPr>
            <a:r>
              <a:rPr lang="en-US" sz="3000" b="1">
                <a:solidFill>
                  <a:srgbClr val="191919"/>
                </a:solidFill>
                <a:latin typeface="Aptos" pitchFamily="34" charset="0"/>
                <a:ea typeface="Aptos" pitchFamily="34" charset="-122"/>
                <a:cs typeface="Aptos" pitchFamily="34" charset="-120"/>
              </a:rPr>
              <a:t>100K</a:t>
            </a:r>
            <a:endParaRPr lang="en-US" sz="3000"/>
          </a:p>
        </p:txBody>
      </p:sp>
      <p:sp>
        <p:nvSpPr>
          <p:cNvPr id="11" name="Text 9"/>
          <p:cNvSpPr/>
          <p:nvPr/>
        </p:nvSpPr>
        <p:spPr>
          <a:xfrm>
            <a:off x="4531223" y="2708766"/>
            <a:ext cx="2907792" cy="320040"/>
          </a:xfrm>
          <a:prstGeom prst="rect">
            <a:avLst/>
          </a:prstGeom>
          <a:noFill/>
          <a:ln/>
        </p:spPr>
        <p:txBody>
          <a:bodyPr wrap="square" lIns="0" tIns="0" rIns="0" bIns="0" rtlCol="0" anchor="ctr"/>
          <a:lstStyle/>
          <a:p>
            <a:pPr marL="0" indent="0" algn="ctr">
              <a:buNone/>
            </a:pPr>
            <a:r>
              <a:rPr lang="en-US" sz="1200" b="1">
                <a:solidFill>
                  <a:srgbClr val="E89200"/>
                </a:solidFill>
                <a:latin typeface="Aptos" pitchFamily="34" charset="0"/>
                <a:ea typeface="Aptos" pitchFamily="34" charset="-122"/>
                <a:cs typeface="Aptos" pitchFamily="34" charset="-120"/>
              </a:rPr>
              <a:t>100,000 steps</a:t>
            </a:r>
            <a:endParaRPr lang="en-US" sz="1200"/>
          </a:p>
        </p:txBody>
      </p:sp>
      <p:sp>
        <p:nvSpPr>
          <p:cNvPr id="12" name="Text 10"/>
          <p:cNvSpPr/>
          <p:nvPr/>
        </p:nvSpPr>
        <p:spPr>
          <a:xfrm>
            <a:off x="4878695" y="3312270"/>
            <a:ext cx="2212848" cy="822960"/>
          </a:xfrm>
          <a:prstGeom prst="rect">
            <a:avLst/>
          </a:prstGeom>
          <a:noFill/>
          <a:ln/>
        </p:spPr>
        <p:txBody>
          <a:bodyPr wrap="square" lIns="0" tIns="0" rIns="0" bIns="0" rtlCol="0" anchor="ctr"/>
          <a:lstStyle/>
          <a:p>
            <a:pPr marL="0" indent="0" algn="ctr">
              <a:buNone/>
            </a:pPr>
            <a:r>
              <a:rPr lang="en-US" sz="1150">
                <a:solidFill>
                  <a:srgbClr val="787873"/>
                </a:solidFill>
                <a:latin typeface="Yu Gothic" pitchFamily="34" charset="0"/>
                <a:ea typeface="Yu Gothic" pitchFamily="34" charset="-122"/>
                <a:cs typeface="Yu Gothic" pitchFamily="34" charset="-120"/>
              </a:rPr>
              <a:t>中間モデル</a:t>
            </a:r>
            <a:endParaRPr lang="en-US" sz="1150"/>
          </a:p>
          <a:p>
            <a:pPr marL="0" indent="0" algn="ctr">
              <a:buNone/>
            </a:pPr>
            <a:r>
              <a:rPr lang="en-US" sz="1150">
                <a:solidFill>
                  <a:srgbClr val="787873"/>
                </a:solidFill>
                <a:latin typeface="Yu Gothic" pitchFamily="34" charset="0"/>
                <a:ea typeface="Yu Gothic" pitchFamily="34" charset="-122"/>
                <a:cs typeface="Yu Gothic" pitchFamily="34" charset="-120"/>
              </a:rPr>
              <a:t>性能の伸びを確認</a:t>
            </a:r>
            <a:endParaRPr lang="en-US" sz="1150"/>
          </a:p>
        </p:txBody>
      </p:sp>
      <p:sp>
        <p:nvSpPr>
          <p:cNvPr id="13" name="Shape 11"/>
          <p:cNvSpPr/>
          <p:nvPr/>
        </p:nvSpPr>
        <p:spPr>
          <a:xfrm>
            <a:off x="7941935" y="1684638"/>
            <a:ext cx="2907792" cy="3063240"/>
          </a:xfrm>
          <a:prstGeom prst="roundRect">
            <a:avLst>
              <a:gd name="adj" fmla="val 2516"/>
            </a:avLst>
          </a:prstGeom>
          <a:solidFill>
            <a:srgbClr val="FFE5A3"/>
          </a:solidFill>
          <a:ln w="19050">
            <a:solidFill>
              <a:srgbClr val="FFA900"/>
            </a:solidFill>
            <a:prstDash val="solid"/>
          </a:ln>
        </p:spPr>
        <p:txBody>
          <a:bodyPr/>
          <a:lstStyle/>
          <a:p>
            <a:endParaRPr lang="ja-JP" altLang="en-US"/>
          </a:p>
        </p:txBody>
      </p:sp>
      <p:sp>
        <p:nvSpPr>
          <p:cNvPr id="14" name="Text 12"/>
          <p:cNvSpPr/>
          <p:nvPr/>
        </p:nvSpPr>
        <p:spPr>
          <a:xfrm>
            <a:off x="7941935" y="1995534"/>
            <a:ext cx="2907792" cy="621792"/>
          </a:xfrm>
          <a:prstGeom prst="rect">
            <a:avLst/>
          </a:prstGeom>
          <a:noFill/>
          <a:ln/>
        </p:spPr>
        <p:txBody>
          <a:bodyPr wrap="square" lIns="0" tIns="0" rIns="0" bIns="0" rtlCol="0" anchor="ctr"/>
          <a:lstStyle/>
          <a:p>
            <a:pPr marL="0" indent="0" algn="ctr">
              <a:buNone/>
            </a:pPr>
            <a:r>
              <a:rPr lang="en-US" sz="3000" b="1">
                <a:solidFill>
                  <a:srgbClr val="191919"/>
                </a:solidFill>
                <a:latin typeface="Aptos" pitchFamily="34" charset="0"/>
                <a:ea typeface="Aptos" pitchFamily="34" charset="-122"/>
                <a:cs typeface="Aptos" pitchFamily="34" charset="-120"/>
              </a:rPr>
              <a:t>300K</a:t>
            </a:r>
            <a:endParaRPr lang="en-US" sz="3000"/>
          </a:p>
        </p:txBody>
      </p:sp>
      <p:sp>
        <p:nvSpPr>
          <p:cNvPr id="15" name="Text 13"/>
          <p:cNvSpPr/>
          <p:nvPr/>
        </p:nvSpPr>
        <p:spPr>
          <a:xfrm>
            <a:off x="7941935" y="2708766"/>
            <a:ext cx="2907792" cy="320040"/>
          </a:xfrm>
          <a:prstGeom prst="rect">
            <a:avLst/>
          </a:prstGeom>
          <a:noFill/>
          <a:ln/>
        </p:spPr>
        <p:txBody>
          <a:bodyPr wrap="square" lIns="0" tIns="0" rIns="0" bIns="0" rtlCol="0" anchor="ctr"/>
          <a:lstStyle/>
          <a:p>
            <a:pPr marL="0" indent="0" algn="ctr">
              <a:buNone/>
            </a:pPr>
            <a:r>
              <a:rPr lang="en-US" sz="1200" b="1">
                <a:solidFill>
                  <a:srgbClr val="E89200"/>
                </a:solidFill>
                <a:latin typeface="Aptos" pitchFamily="34" charset="0"/>
                <a:ea typeface="Aptos" pitchFamily="34" charset="-122"/>
                <a:cs typeface="Aptos" pitchFamily="34" charset="-120"/>
              </a:rPr>
              <a:t>300,000 steps</a:t>
            </a:r>
            <a:endParaRPr lang="en-US" sz="1200"/>
          </a:p>
        </p:txBody>
      </p:sp>
      <p:sp>
        <p:nvSpPr>
          <p:cNvPr id="16" name="Text 14"/>
          <p:cNvSpPr/>
          <p:nvPr/>
        </p:nvSpPr>
        <p:spPr>
          <a:xfrm>
            <a:off x="8289407" y="3312270"/>
            <a:ext cx="2212848" cy="822960"/>
          </a:xfrm>
          <a:prstGeom prst="rect">
            <a:avLst/>
          </a:prstGeom>
          <a:noFill/>
          <a:ln/>
        </p:spPr>
        <p:txBody>
          <a:bodyPr wrap="square" lIns="0" tIns="0" rIns="0" bIns="0" rtlCol="0" anchor="ctr"/>
          <a:lstStyle/>
          <a:p>
            <a:pPr marL="0" indent="0" algn="ctr">
              <a:buNone/>
            </a:pPr>
            <a:r>
              <a:rPr lang="en-US" sz="1150">
                <a:solidFill>
                  <a:srgbClr val="787873"/>
                </a:solidFill>
                <a:latin typeface="Yu Gothic" pitchFamily="34" charset="0"/>
                <a:ea typeface="Yu Gothic" pitchFamily="34" charset="-122"/>
                <a:cs typeface="Yu Gothic" pitchFamily="34" charset="-120"/>
              </a:rPr>
              <a:t>長時間学習</a:t>
            </a:r>
            <a:endParaRPr lang="en-US" sz="1150"/>
          </a:p>
          <a:p>
            <a:pPr marL="0" indent="0" algn="ctr">
              <a:buNone/>
            </a:pPr>
            <a:r>
              <a:rPr lang="en-US" sz="1150">
                <a:solidFill>
                  <a:srgbClr val="787873"/>
                </a:solidFill>
                <a:latin typeface="Yu Gothic" pitchFamily="34" charset="0"/>
                <a:ea typeface="Yu Gothic" pitchFamily="34" charset="-122"/>
                <a:cs typeface="Yu Gothic" pitchFamily="34" charset="-120"/>
              </a:rPr>
              <a:t>最終候補モデル</a:t>
            </a:r>
            <a:endParaRPr lang="en-US" sz="1150"/>
          </a:p>
        </p:txBody>
      </p:sp>
      <p:sp>
        <p:nvSpPr>
          <p:cNvPr id="17" name="Shape 15"/>
          <p:cNvSpPr/>
          <p:nvPr/>
        </p:nvSpPr>
        <p:spPr>
          <a:xfrm>
            <a:off x="1065317" y="5230368"/>
            <a:ext cx="9858221" cy="1111449"/>
          </a:xfrm>
          <a:prstGeom prst="roundRect">
            <a:avLst>
              <a:gd name="adj" fmla="val 11111"/>
            </a:avLst>
          </a:prstGeom>
          <a:solidFill>
            <a:srgbClr val="F6F6F2"/>
          </a:solidFill>
          <a:ln w="12700">
            <a:solidFill>
              <a:srgbClr val="F6F6F2"/>
            </a:solidFill>
            <a:prstDash val="solid"/>
          </a:ln>
        </p:spPr>
        <p:txBody>
          <a:bodyPr/>
          <a:lstStyle/>
          <a:p>
            <a:endParaRPr lang="ja-JP" altLang="en-US"/>
          </a:p>
        </p:txBody>
      </p:sp>
      <p:sp>
        <p:nvSpPr>
          <p:cNvPr id="18" name="Text 16"/>
          <p:cNvSpPr/>
          <p:nvPr/>
        </p:nvSpPr>
        <p:spPr>
          <a:xfrm>
            <a:off x="1261872" y="5440680"/>
            <a:ext cx="9509760" cy="842977"/>
          </a:xfrm>
          <a:prstGeom prst="rect">
            <a:avLst/>
          </a:prstGeom>
          <a:noFill/>
          <a:ln/>
        </p:spPr>
        <p:txBody>
          <a:bodyPr wrap="square" lIns="0" tIns="0" rIns="0" bIns="0" rtlCol="0" anchor="ctr"/>
          <a:lstStyle/>
          <a:p>
            <a:pPr marL="0" indent="0" algn="ctr">
              <a:buNone/>
            </a:pPr>
            <a:r>
              <a:rPr lang="en-US" sz="1500" b="1">
                <a:solidFill>
                  <a:srgbClr val="191919"/>
                </a:solidFill>
                <a:latin typeface="Yu Gothic" pitchFamily="34" charset="0"/>
                <a:ea typeface="Yu Gothic" pitchFamily="34" charset="-122"/>
                <a:cs typeface="Yu Gothic" pitchFamily="34" charset="-120"/>
              </a:rPr>
              <a:t>固定する条件：Dataset = 100 ep / hand + top / ACT / Batch = 8　　→　学習step数の違いだけを比較</a:t>
            </a:r>
            <a:endParaRPr lang="en-US" sz="1500"/>
          </a:p>
        </p:txBody>
      </p:sp>
      <p:sp>
        <p:nvSpPr>
          <p:cNvPr id="25" name="Slide Number Placeholder 0"/>
          <p:cNvSpPr>
            <a:spLocks noGrp="1"/>
          </p:cNvSpPr>
          <p:nvPr>
            <p:ph type="sldNum" sz="quarter" idx="4294967295"/>
          </p:nvPr>
        </p:nvSpPr>
        <p:spPr>
          <a:xfrm>
            <a:off x="11567160" y="6446520"/>
            <a:ext cx="32004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787873"/>
                </a:solidFill>
                <a:latin typeface="Aptos"/>
                <a:ea typeface="Aptos"/>
                <a:cs typeface="Aptos"/>
              </a:defRPr>
            </a:lvl1pPr>
          </a:lstStyle>
          <a:p>
            <a:pPr algn="r"/>
            <a:fld id="{F7021451-1387-4CA6-816F-3879F97B5CBC}" type="slidenum">
              <a:rPr lang="en-US" b="0"/>
              <a:t>13</a:t>
            </a:fld>
            <a:endParaRPr lang="en-US"/>
          </a:p>
        </p:txBody>
      </p:sp>
      <p:sp>
        <p:nvSpPr>
          <p:cNvPr id="19" name="Text 8">
            <a:extLst>
              <a:ext uri="{FF2B5EF4-FFF2-40B4-BE49-F238E27FC236}">
                <a16:creationId xmlns:a16="http://schemas.microsoft.com/office/drawing/2014/main" id="{967A0C76-5754-85EE-4FD8-B03331BF346D}"/>
              </a:ext>
            </a:extLst>
          </p:cNvPr>
          <p:cNvSpPr/>
          <p:nvPr/>
        </p:nvSpPr>
        <p:spPr>
          <a:xfrm>
            <a:off x="1120511" y="1942194"/>
            <a:ext cx="2907792" cy="621792"/>
          </a:xfrm>
          <a:prstGeom prst="rect">
            <a:avLst/>
          </a:prstGeom>
          <a:noFill/>
          <a:ln/>
        </p:spPr>
        <p:txBody>
          <a:bodyPr wrap="square" lIns="0" tIns="0" rIns="0" bIns="0" rtlCol="0" anchor="ctr"/>
          <a:lstStyle/>
          <a:p>
            <a:pPr marL="0" indent="0" algn="ctr">
              <a:buNone/>
            </a:pPr>
            <a:r>
              <a:rPr lang="en-US" sz="3000" b="1">
                <a:solidFill>
                  <a:srgbClr val="191919"/>
                </a:solidFill>
                <a:latin typeface="Aptos" pitchFamily="34" charset="0"/>
                <a:ea typeface="Aptos" pitchFamily="34" charset="-122"/>
                <a:cs typeface="Aptos" pitchFamily="34" charset="-120"/>
              </a:rPr>
              <a:t>1K</a:t>
            </a:r>
            <a:endParaRPr lang="en-US" sz="3000"/>
          </a:p>
        </p:txBody>
      </p:sp>
      <p:sp>
        <p:nvSpPr>
          <p:cNvPr id="20" name="Text 9">
            <a:extLst>
              <a:ext uri="{FF2B5EF4-FFF2-40B4-BE49-F238E27FC236}">
                <a16:creationId xmlns:a16="http://schemas.microsoft.com/office/drawing/2014/main" id="{E085021A-F61C-78F1-D271-111048A45EE4}"/>
              </a:ext>
            </a:extLst>
          </p:cNvPr>
          <p:cNvSpPr/>
          <p:nvPr/>
        </p:nvSpPr>
        <p:spPr>
          <a:xfrm>
            <a:off x="1132703" y="2714862"/>
            <a:ext cx="2907792" cy="320040"/>
          </a:xfrm>
          <a:prstGeom prst="rect">
            <a:avLst/>
          </a:prstGeom>
          <a:noFill/>
          <a:ln/>
        </p:spPr>
        <p:txBody>
          <a:bodyPr wrap="square" lIns="0" tIns="0" rIns="0" bIns="0" rtlCol="0" anchor="ctr"/>
          <a:lstStyle/>
          <a:p>
            <a:pPr marL="0" indent="0" algn="ctr">
              <a:buNone/>
            </a:pPr>
            <a:r>
              <a:rPr lang="en-US" sz="1200" b="1">
                <a:solidFill>
                  <a:srgbClr val="E89200"/>
                </a:solidFill>
                <a:latin typeface="Aptos" pitchFamily="34" charset="0"/>
                <a:ea typeface="Aptos" pitchFamily="34" charset="-122"/>
                <a:cs typeface="Aptos" pitchFamily="34" charset="-120"/>
              </a:rPr>
              <a:t>1,000 steps</a:t>
            </a:r>
            <a:endParaRPr lang="en-US" sz="12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Box 2"/>
          <p:cNvSpPr txBox="1"/>
          <p:nvPr/>
        </p:nvSpPr>
        <p:spPr>
          <a:xfrm>
            <a:off x="475488" y="566928"/>
            <a:ext cx="9692640" cy="457200"/>
          </a:xfrm>
          <a:prstGeom prst="rect">
            <a:avLst/>
          </a:prstGeom>
          <a:noFill/>
        </p:spPr>
        <p:txBody>
          <a:bodyPr wrap="none">
            <a:spAutoFit/>
          </a:bodyPr>
          <a:lstStyle/>
          <a:p>
            <a:r>
              <a:rPr sz="2500" b="1">
                <a:solidFill>
                  <a:srgbClr val="262626"/>
                </a:solidFill>
              </a:rPr>
              <a:t>実機での検証結果</a:t>
            </a:r>
          </a:p>
        </p:txBody>
      </p:sp>
      <p:sp>
        <p:nvSpPr>
          <p:cNvPr id="4" name="TextBox 3"/>
          <p:cNvSpPr txBox="1"/>
          <p:nvPr/>
        </p:nvSpPr>
        <p:spPr>
          <a:xfrm>
            <a:off x="475488" y="1014984"/>
            <a:ext cx="10789920" cy="320040"/>
          </a:xfrm>
          <a:prstGeom prst="rect">
            <a:avLst/>
          </a:prstGeom>
          <a:noFill/>
        </p:spPr>
        <p:txBody>
          <a:bodyPr wrap="none">
            <a:spAutoFit/>
          </a:bodyPr>
          <a:lstStyle/>
          <a:p>
            <a:r>
              <a:rPr sz="1200">
                <a:solidFill>
                  <a:srgbClr val="666666"/>
                </a:solidFill>
              </a:rPr>
              <a:t>100エピソードで学習したモデルを比較し、学習回数と照明条件による成功率の違いを確認</a:t>
            </a:r>
          </a:p>
        </p:txBody>
      </p:sp>
      <p:sp>
        <p:nvSpPr>
          <p:cNvPr id="5" name="Rounded Rectangle 4"/>
          <p:cNvSpPr/>
          <p:nvPr/>
        </p:nvSpPr>
        <p:spPr>
          <a:xfrm>
            <a:off x="685800" y="1600200"/>
            <a:ext cx="4754880" cy="4069080"/>
          </a:xfrm>
          <a:prstGeom prst="roundRect">
            <a:avLst/>
          </a:prstGeom>
          <a:solidFill>
            <a:srgbClr val="F7F7F7"/>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60120" y="1828800"/>
            <a:ext cx="1554480" cy="384048"/>
          </a:xfrm>
          <a:prstGeom prst="roundRect">
            <a:avLst/>
          </a:prstGeom>
          <a:solidFill>
            <a:srgbClr val="EE7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BEST MODEL</a:t>
            </a:r>
          </a:p>
        </p:txBody>
      </p:sp>
      <p:sp>
        <p:nvSpPr>
          <p:cNvPr id="7" name="TextBox 6"/>
          <p:cNvSpPr txBox="1"/>
          <p:nvPr/>
        </p:nvSpPr>
        <p:spPr>
          <a:xfrm>
            <a:off x="960120" y="2331720"/>
            <a:ext cx="4206240" cy="640080"/>
          </a:xfrm>
          <a:prstGeom prst="rect">
            <a:avLst/>
          </a:prstGeom>
          <a:noFill/>
        </p:spPr>
        <p:txBody>
          <a:bodyPr wrap="none">
            <a:spAutoFit/>
          </a:bodyPr>
          <a:lstStyle/>
          <a:p>
            <a:r>
              <a:rPr sz="3200" b="1">
                <a:solidFill>
                  <a:srgbClr val="262626"/>
                </a:solidFill>
              </a:rPr>
              <a:t>300K steps</a:t>
            </a:r>
          </a:p>
        </p:txBody>
      </p:sp>
      <p:sp>
        <p:nvSpPr>
          <p:cNvPr id="8" name="TextBox 7"/>
          <p:cNvSpPr txBox="1"/>
          <p:nvPr/>
        </p:nvSpPr>
        <p:spPr>
          <a:xfrm>
            <a:off x="987552" y="2971800"/>
            <a:ext cx="3931920" cy="384048"/>
          </a:xfrm>
          <a:prstGeom prst="rect">
            <a:avLst/>
          </a:prstGeom>
          <a:noFill/>
        </p:spPr>
        <p:txBody>
          <a:bodyPr wrap="none">
            <a:spAutoFit/>
          </a:bodyPr>
          <a:lstStyle/>
          <a:p>
            <a:r>
              <a:rPr sz="1500">
                <a:solidFill>
                  <a:srgbClr val="666666"/>
                </a:solidFill>
              </a:rPr>
              <a:t>Dataset：100 episodes</a:t>
            </a:r>
          </a:p>
        </p:txBody>
      </p:sp>
      <p:sp>
        <p:nvSpPr>
          <p:cNvPr id="9" name="TextBox 8"/>
          <p:cNvSpPr txBox="1"/>
          <p:nvPr/>
        </p:nvSpPr>
        <p:spPr>
          <a:xfrm>
            <a:off x="960120" y="3456432"/>
            <a:ext cx="4160520" cy="914400"/>
          </a:xfrm>
          <a:prstGeom prst="rect">
            <a:avLst/>
          </a:prstGeom>
          <a:noFill/>
        </p:spPr>
        <p:txBody>
          <a:bodyPr wrap="none">
            <a:spAutoFit/>
          </a:bodyPr>
          <a:lstStyle/>
          <a:p>
            <a:pPr algn="l"/>
            <a:r>
              <a:rPr sz="4600" b="1">
                <a:solidFill>
                  <a:srgbClr val="EE7511"/>
                </a:solidFill>
              </a:rPr>
              <a:t>約90%</a:t>
            </a:r>
          </a:p>
        </p:txBody>
      </p:sp>
      <p:sp>
        <p:nvSpPr>
          <p:cNvPr id="10" name="TextBox 9"/>
          <p:cNvSpPr txBox="1"/>
          <p:nvPr/>
        </p:nvSpPr>
        <p:spPr>
          <a:xfrm>
            <a:off x="987552" y="4434840"/>
            <a:ext cx="3840480" cy="457200"/>
          </a:xfrm>
          <a:prstGeom prst="rect">
            <a:avLst/>
          </a:prstGeom>
          <a:noFill/>
        </p:spPr>
        <p:txBody>
          <a:bodyPr wrap="none">
            <a:spAutoFit/>
          </a:bodyPr>
          <a:lstStyle/>
          <a:p>
            <a:r>
              <a:rPr sz="1800" b="1">
                <a:solidFill>
                  <a:srgbClr val="262626"/>
                </a:solidFill>
              </a:rPr>
              <a:t>実機で最も高い成功率</a:t>
            </a:r>
          </a:p>
        </p:txBody>
      </p:sp>
      <p:sp>
        <p:nvSpPr>
          <p:cNvPr id="11" name="TextBox 10"/>
          <p:cNvSpPr txBox="1"/>
          <p:nvPr/>
        </p:nvSpPr>
        <p:spPr>
          <a:xfrm>
            <a:off x="987552" y="4956048"/>
            <a:ext cx="4069080" cy="384048"/>
          </a:xfrm>
          <a:prstGeom prst="rect">
            <a:avLst/>
          </a:prstGeom>
          <a:noFill/>
        </p:spPr>
        <p:txBody>
          <a:bodyPr wrap="none">
            <a:spAutoFit/>
          </a:bodyPr>
          <a:lstStyle/>
          <a:p>
            <a:r>
              <a:rPr sz="1200">
                <a:solidFill>
                  <a:srgbClr val="666666"/>
                </a:solidFill>
              </a:rPr>
              <a:t>学習回数を増やした300Kモデルが最も安定</a:t>
            </a:r>
          </a:p>
        </p:txBody>
      </p:sp>
      <p:sp>
        <p:nvSpPr>
          <p:cNvPr id="12" name="Rounded Rectangle 11"/>
          <p:cNvSpPr/>
          <p:nvPr/>
        </p:nvSpPr>
        <p:spPr>
          <a:xfrm>
            <a:off x="5760720" y="1600200"/>
            <a:ext cx="5715000" cy="1965960"/>
          </a:xfrm>
          <a:prstGeom prst="round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080760" y="1847088"/>
            <a:ext cx="5074920" cy="365760"/>
          </a:xfrm>
          <a:prstGeom prst="rect">
            <a:avLst/>
          </a:prstGeom>
          <a:noFill/>
        </p:spPr>
        <p:txBody>
          <a:bodyPr wrap="none">
            <a:spAutoFit/>
          </a:bodyPr>
          <a:lstStyle/>
          <a:p>
            <a:r>
              <a:rPr sz="1800" b="1">
                <a:solidFill>
                  <a:srgbClr val="262626"/>
                </a:solidFill>
              </a:rPr>
              <a:t>照明条件による違い</a:t>
            </a:r>
          </a:p>
        </p:txBody>
      </p:sp>
      <p:sp>
        <p:nvSpPr>
          <p:cNvPr id="14" name="Oval 13"/>
          <p:cNvSpPr/>
          <p:nvPr/>
        </p:nvSpPr>
        <p:spPr>
          <a:xfrm>
            <a:off x="6089904" y="2423160"/>
            <a:ext cx="457200" cy="457200"/>
          </a:xfrm>
          <a:prstGeom prst="ellipse">
            <a:avLst/>
          </a:prstGeom>
          <a:solidFill>
            <a:srgbClr val="EE7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20840" y="2331720"/>
            <a:ext cx="4389120" cy="731520"/>
          </a:xfrm>
          <a:prstGeom prst="rect">
            <a:avLst/>
          </a:prstGeom>
          <a:noFill/>
        </p:spPr>
        <p:txBody>
          <a:bodyPr wrap="none">
            <a:spAutoFit/>
          </a:bodyPr>
          <a:lstStyle/>
          <a:p>
            <a:r>
              <a:rPr sz="1700" b="1">
                <a:solidFill>
                  <a:srgbClr val="262626"/>
                </a:solidFill>
              </a:rPr>
              <a:t>テレオペ収録時と同じ明るさ</a:t>
            </a:r>
          </a:p>
          <a:p>
            <a:r>
              <a:rPr sz="1600" b="1">
                <a:solidFill>
                  <a:srgbClr val="EE7511"/>
                </a:solidFill>
              </a:rPr>
              <a:t>→ 成功率が最も高かった</a:t>
            </a:r>
          </a:p>
        </p:txBody>
      </p:sp>
      <p:sp>
        <p:nvSpPr>
          <p:cNvPr id="16" name="Rounded Rectangle 15"/>
          <p:cNvSpPr/>
          <p:nvPr/>
        </p:nvSpPr>
        <p:spPr>
          <a:xfrm>
            <a:off x="5760720" y="3794760"/>
            <a:ext cx="5715000" cy="1874519"/>
          </a:xfrm>
          <a:prstGeom prst="roundRect">
            <a:avLst/>
          </a:prstGeom>
          <a:solidFill>
            <a:srgbClr val="F7F7F7"/>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080760" y="4050791"/>
            <a:ext cx="4937760" cy="365760"/>
          </a:xfrm>
          <a:prstGeom prst="rect">
            <a:avLst/>
          </a:prstGeom>
          <a:noFill/>
        </p:spPr>
        <p:txBody>
          <a:bodyPr wrap="none">
            <a:spAutoFit/>
          </a:bodyPr>
          <a:lstStyle/>
          <a:p>
            <a:r>
              <a:rPr sz="1800" b="1">
                <a:solidFill>
                  <a:srgbClr val="262626"/>
                </a:solidFill>
              </a:rPr>
              <a:t>結果から分かったこと</a:t>
            </a:r>
          </a:p>
        </p:txBody>
      </p:sp>
      <p:sp>
        <p:nvSpPr>
          <p:cNvPr id="18" name="TextBox 17"/>
          <p:cNvSpPr txBox="1"/>
          <p:nvPr/>
        </p:nvSpPr>
        <p:spPr>
          <a:xfrm>
            <a:off x="6126480" y="4590288"/>
            <a:ext cx="4800600" cy="868680"/>
          </a:xfrm>
          <a:prstGeom prst="rect">
            <a:avLst/>
          </a:prstGeom>
          <a:noFill/>
        </p:spPr>
        <p:txBody>
          <a:bodyPr wrap="square">
            <a:spAutoFit/>
          </a:bodyPr>
          <a:lstStyle/>
          <a:p>
            <a:r>
              <a:rPr sz="1400">
                <a:solidFill>
                  <a:srgbClr val="262626"/>
                </a:solidFill>
              </a:rPr>
              <a:t>・100エピソード × 300K steps が今回の条件では最良</a:t>
            </a:r>
          </a:p>
          <a:p>
            <a:r>
              <a:rPr sz="1400">
                <a:solidFill>
                  <a:srgbClr val="262626"/>
                </a:solidFill>
              </a:rPr>
              <a:t>・学習時と実行時の明るさを揃えることが重要</a:t>
            </a:r>
          </a:p>
        </p:txBody>
      </p:sp>
      <p:sp>
        <p:nvSpPr>
          <p:cNvPr id="19" name="Rounded Rectangle 18"/>
          <p:cNvSpPr/>
          <p:nvPr/>
        </p:nvSpPr>
        <p:spPr>
          <a:xfrm>
            <a:off x="1078992" y="5870448"/>
            <a:ext cx="9921240" cy="530352"/>
          </a:xfrm>
          <a:prstGeom prst="roundRect">
            <a:avLst/>
          </a:prstGeom>
          <a:solidFill>
            <a:srgbClr val="EE7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最も良い条件：100 episodes × 300K steps × テレオペ時と同等の明るさ</a:t>
            </a:r>
          </a:p>
        </p:txBody>
      </p:sp>
      <p:sp>
        <p:nvSpPr>
          <p:cNvPr id="20" name="Text 0">
            <a:extLst>
              <a:ext uri="{FF2B5EF4-FFF2-40B4-BE49-F238E27FC236}">
                <a16:creationId xmlns:a16="http://schemas.microsoft.com/office/drawing/2014/main" id="{1A6600EC-68EC-DCAC-7B70-81828631C680}"/>
              </a:ext>
            </a:extLst>
          </p:cNvPr>
          <p:cNvSpPr/>
          <p:nvPr/>
        </p:nvSpPr>
        <p:spPr>
          <a:xfrm>
            <a:off x="475488" y="256032"/>
            <a:ext cx="2377440" cy="201168"/>
          </a:xfrm>
          <a:prstGeom prst="rect">
            <a:avLst/>
          </a:prstGeom>
          <a:noFill/>
          <a:ln/>
        </p:spPr>
        <p:txBody>
          <a:bodyPr wrap="square" lIns="0" tIns="0" rIns="0" bIns="0" rtlCol="0" anchor="ctr"/>
          <a:lstStyle/>
          <a:p>
            <a:pPr marL="0" indent="0">
              <a:buNone/>
            </a:pPr>
            <a:r>
              <a:rPr lang="en-US" sz="900" b="1">
                <a:solidFill>
                  <a:srgbClr val="FFA900"/>
                </a:solidFill>
                <a:latin typeface="Aptos"/>
                <a:ea typeface="Aptos" pitchFamily="34" charset="-122"/>
                <a:cs typeface="Aptos" pitchFamily="34" charset="-120"/>
              </a:rPr>
              <a:t>13 / VALIDATION RESULT</a:t>
            </a:r>
            <a:endParaRPr lang="en-US" sz="900">
              <a:latin typeface="Apto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75488" y="256032"/>
            <a:ext cx="2377440" cy="201168"/>
          </a:xfrm>
          <a:prstGeom prst="rect">
            <a:avLst/>
          </a:prstGeom>
          <a:noFill/>
          <a:ln/>
        </p:spPr>
        <p:txBody>
          <a:bodyPr wrap="square" lIns="0" tIns="0" rIns="0" bIns="0" rtlCol="0" anchor="ctr"/>
          <a:lstStyle/>
          <a:p>
            <a:pPr marL="0" indent="0">
              <a:buNone/>
            </a:pPr>
            <a:r>
              <a:rPr lang="en-US" sz="900" b="1">
                <a:solidFill>
                  <a:srgbClr val="FFA900"/>
                </a:solidFill>
                <a:latin typeface="Aptos"/>
                <a:ea typeface="Aptos" pitchFamily="34" charset="-122"/>
                <a:cs typeface="Aptos" pitchFamily="34" charset="-120"/>
              </a:rPr>
              <a:t>14 / NEXT EXPERIMENT</a:t>
            </a:r>
            <a:endParaRPr lang="en-US" sz="900">
              <a:latin typeface="Aptos"/>
            </a:endParaRPr>
          </a:p>
        </p:txBody>
      </p:sp>
      <p:sp>
        <p:nvSpPr>
          <p:cNvPr id="3" name="Text 1"/>
          <p:cNvSpPr/>
          <p:nvPr/>
        </p:nvSpPr>
        <p:spPr>
          <a:xfrm>
            <a:off x="475488" y="566928"/>
            <a:ext cx="7680960" cy="411480"/>
          </a:xfrm>
          <a:prstGeom prst="rect">
            <a:avLst/>
          </a:prstGeom>
          <a:noFill/>
          <a:ln/>
        </p:spPr>
        <p:txBody>
          <a:bodyPr wrap="square" lIns="0" tIns="0" rIns="0" bIns="0" rtlCol="0" anchor="ctr"/>
          <a:lstStyle/>
          <a:p>
            <a:pPr marL="0" indent="0">
              <a:buNone/>
            </a:pPr>
            <a:r>
              <a:rPr lang="en-US" sz="2400" b="1">
                <a:solidFill>
                  <a:srgbClr val="191919"/>
                </a:solidFill>
                <a:latin typeface="Yu Gothic" pitchFamily="34" charset="0"/>
                <a:ea typeface="Yu Gothic" pitchFamily="34" charset="-122"/>
                <a:cs typeface="Yu Gothic" pitchFamily="34" charset="-120"/>
              </a:rPr>
              <a:t>次の検証：色に応じて物理スイッチを押せるか</a:t>
            </a:r>
            <a:endParaRPr lang="en-US" sz="2400"/>
          </a:p>
        </p:txBody>
      </p:sp>
      <p:sp>
        <p:nvSpPr>
          <p:cNvPr id="4" name="Text 2"/>
          <p:cNvSpPr/>
          <p:nvPr/>
        </p:nvSpPr>
        <p:spPr>
          <a:xfrm>
            <a:off x="475488" y="1014984"/>
            <a:ext cx="8046720" cy="274320"/>
          </a:xfrm>
          <a:prstGeom prst="rect">
            <a:avLst/>
          </a:prstGeom>
          <a:noFill/>
          <a:ln/>
        </p:spPr>
        <p:txBody>
          <a:bodyPr wrap="square" lIns="0" tIns="0" rIns="0" bIns="0" rtlCol="0" anchor="ctr"/>
          <a:lstStyle/>
          <a:p>
            <a:pPr marL="0" indent="0">
              <a:buNone/>
            </a:pPr>
            <a:r>
              <a:rPr lang="en-US" sz="1050">
                <a:solidFill>
                  <a:srgbClr val="787873"/>
                </a:solidFill>
                <a:latin typeface="Yu Gothic" pitchFamily="34" charset="0"/>
                <a:ea typeface="Yu Gothic" pitchFamily="34" charset="-122"/>
                <a:cs typeface="Yu Gothic" pitchFamily="34" charset="-120"/>
              </a:rPr>
              <a:t>Pick &amp; Placeの次に、対象の色を見分けて正しいスイッチを操作できるかを試す</a:t>
            </a:r>
            <a:endParaRPr lang="en-US" sz="1050"/>
          </a:p>
        </p:txBody>
      </p:sp>
      <p:sp>
        <p:nvSpPr>
          <p:cNvPr id="5" name="Shape 3"/>
          <p:cNvSpPr/>
          <p:nvPr/>
        </p:nvSpPr>
        <p:spPr>
          <a:xfrm>
            <a:off x="713232" y="1691640"/>
            <a:ext cx="2240280" cy="3520440"/>
          </a:xfrm>
          <a:prstGeom prst="roundRect">
            <a:avLst>
              <a:gd name="adj" fmla="val 3265"/>
            </a:avLst>
          </a:prstGeom>
          <a:solidFill>
            <a:srgbClr val="FAFAF7"/>
          </a:solidFill>
          <a:ln w="10160">
            <a:solidFill>
              <a:srgbClr val="DCDCD6"/>
            </a:solidFill>
            <a:prstDash val="solid"/>
          </a:ln>
        </p:spPr>
        <p:txBody>
          <a:bodyPr/>
          <a:lstStyle/>
          <a:p>
            <a:endParaRPr lang="ja-JP" altLang="en-US"/>
          </a:p>
        </p:txBody>
      </p:sp>
      <p:sp>
        <p:nvSpPr>
          <p:cNvPr id="6" name="Text 4"/>
          <p:cNvSpPr/>
          <p:nvPr/>
        </p:nvSpPr>
        <p:spPr>
          <a:xfrm>
            <a:off x="914400" y="1837944"/>
            <a:ext cx="1837944" cy="256032"/>
          </a:xfrm>
          <a:prstGeom prst="rect">
            <a:avLst/>
          </a:prstGeom>
          <a:noFill/>
          <a:ln/>
        </p:spPr>
        <p:txBody>
          <a:bodyPr wrap="square" lIns="0" tIns="0" rIns="0" bIns="0" rtlCol="0" anchor="ctr"/>
          <a:lstStyle/>
          <a:p>
            <a:pPr marL="0" indent="0">
              <a:buNone/>
            </a:pPr>
            <a:r>
              <a:rPr lang="en-US" sz="1400" b="1">
                <a:solidFill>
                  <a:srgbClr val="191919"/>
                </a:solidFill>
                <a:latin typeface="Yu Gothic" pitchFamily="34" charset="0"/>
                <a:ea typeface="Yu Gothic" pitchFamily="34" charset="-122"/>
                <a:cs typeface="Yu Gothic" pitchFamily="34" charset="-120"/>
              </a:rPr>
              <a:t>① 色を提示</a:t>
            </a:r>
            <a:endParaRPr lang="en-US" sz="1400"/>
          </a:p>
        </p:txBody>
      </p:sp>
      <p:sp>
        <p:nvSpPr>
          <p:cNvPr id="7" name="Text 5"/>
          <p:cNvSpPr/>
          <p:nvPr/>
        </p:nvSpPr>
        <p:spPr>
          <a:xfrm>
            <a:off x="914400" y="2167128"/>
            <a:ext cx="1837944" cy="2898648"/>
          </a:xfrm>
          <a:prstGeom prst="rect">
            <a:avLst/>
          </a:prstGeom>
          <a:noFill/>
          <a:ln/>
        </p:spPr>
        <p:txBody>
          <a:bodyPr wrap="square" lIns="254" tIns="254" rIns="254" bIns="254" rtlCol="0" anchor="t"/>
          <a:lstStyle/>
          <a:p>
            <a:pPr marL="0" indent="0">
              <a:buNone/>
            </a:pPr>
            <a:r>
              <a:rPr lang="en-US" sz="1100">
                <a:solidFill>
                  <a:srgbClr val="787873"/>
                </a:solidFill>
                <a:latin typeface="Yu Gothic" pitchFamily="34" charset="0"/>
                <a:ea typeface="Yu Gothic" pitchFamily="34" charset="-122"/>
                <a:cs typeface="Yu Gothic" pitchFamily="34" charset="-120"/>
              </a:rPr>
              <a:t>赤・青・緑など</a:t>
            </a:r>
            <a:endParaRPr lang="en-US" sz="1100"/>
          </a:p>
          <a:p>
            <a:pPr marL="0" indent="0">
              <a:buNone/>
            </a:pPr>
            <a:r>
              <a:rPr lang="en-US" sz="1100">
                <a:solidFill>
                  <a:srgbClr val="787873"/>
                </a:solidFill>
                <a:latin typeface="Yu Gothic" pitchFamily="34" charset="0"/>
                <a:ea typeface="Yu Gothic" pitchFamily="34" charset="-122"/>
                <a:cs typeface="Yu Gothic" pitchFamily="34" charset="-120"/>
              </a:rPr>
              <a:t>複数色の物理スイッチを用意</a:t>
            </a:r>
            <a:endParaRPr lang="en-US" sz="1100"/>
          </a:p>
          <a:p>
            <a:pPr marL="0" indent="0">
              <a:buNone/>
            </a:pPr>
            <a:endParaRPr lang="en-US" sz="1100"/>
          </a:p>
          <a:p>
            <a:pPr marL="0" indent="0">
              <a:buNone/>
            </a:pPr>
            <a:r>
              <a:rPr lang="en-US" sz="1100">
                <a:solidFill>
                  <a:srgbClr val="787873"/>
                </a:solidFill>
                <a:latin typeface="Yu Gothic" pitchFamily="34" charset="0"/>
                <a:ea typeface="Yu Gothic" pitchFamily="34" charset="-122"/>
                <a:cs typeface="Yu Gothic" pitchFamily="34" charset="-120"/>
              </a:rPr>
              <a:t>押すべき色をタスクとして指定</a:t>
            </a:r>
            <a:endParaRPr lang="en-US" sz="1100"/>
          </a:p>
        </p:txBody>
      </p:sp>
      <p:sp>
        <p:nvSpPr>
          <p:cNvPr id="8" name="Shape 6"/>
          <p:cNvSpPr/>
          <p:nvPr/>
        </p:nvSpPr>
        <p:spPr>
          <a:xfrm>
            <a:off x="3017520" y="3456432"/>
            <a:ext cx="685800" cy="0"/>
          </a:xfrm>
          <a:prstGeom prst="line">
            <a:avLst/>
          </a:prstGeom>
          <a:noFill/>
          <a:ln w="27940">
            <a:solidFill>
              <a:srgbClr val="FFA900"/>
            </a:solidFill>
            <a:prstDash val="solid"/>
            <a:headEnd type="none"/>
            <a:tailEnd type="triangle"/>
          </a:ln>
        </p:spPr>
        <p:txBody>
          <a:bodyPr/>
          <a:lstStyle/>
          <a:p>
            <a:endParaRPr lang="ja-JP" altLang="en-US"/>
          </a:p>
        </p:txBody>
      </p:sp>
      <p:sp>
        <p:nvSpPr>
          <p:cNvPr id="9" name="Shape 7"/>
          <p:cNvSpPr/>
          <p:nvPr/>
        </p:nvSpPr>
        <p:spPr>
          <a:xfrm>
            <a:off x="3703320" y="1691640"/>
            <a:ext cx="2240280" cy="3520440"/>
          </a:xfrm>
          <a:prstGeom prst="roundRect">
            <a:avLst>
              <a:gd name="adj" fmla="val 3265"/>
            </a:avLst>
          </a:prstGeom>
          <a:solidFill>
            <a:srgbClr val="FFF7E6"/>
          </a:solidFill>
          <a:ln w="10160">
            <a:solidFill>
              <a:srgbClr val="FFA900"/>
            </a:solidFill>
            <a:prstDash val="solid"/>
          </a:ln>
        </p:spPr>
        <p:txBody>
          <a:bodyPr/>
          <a:lstStyle/>
          <a:p>
            <a:endParaRPr lang="ja-JP" altLang="en-US"/>
          </a:p>
        </p:txBody>
      </p:sp>
      <p:sp>
        <p:nvSpPr>
          <p:cNvPr id="10" name="Text 8"/>
          <p:cNvSpPr/>
          <p:nvPr/>
        </p:nvSpPr>
        <p:spPr>
          <a:xfrm>
            <a:off x="3904488" y="1837944"/>
            <a:ext cx="1837944" cy="256032"/>
          </a:xfrm>
          <a:prstGeom prst="rect">
            <a:avLst/>
          </a:prstGeom>
          <a:noFill/>
          <a:ln/>
        </p:spPr>
        <p:txBody>
          <a:bodyPr wrap="square" lIns="0" tIns="0" rIns="0" bIns="0" rtlCol="0" anchor="ctr"/>
          <a:lstStyle/>
          <a:p>
            <a:pPr marL="0" indent="0">
              <a:buNone/>
            </a:pPr>
            <a:r>
              <a:rPr lang="en-US" sz="1400" b="1">
                <a:solidFill>
                  <a:srgbClr val="191919"/>
                </a:solidFill>
                <a:latin typeface="Yu Gothic" pitchFamily="34" charset="0"/>
                <a:ea typeface="Yu Gothic" pitchFamily="34" charset="-122"/>
                <a:cs typeface="Yu Gothic" pitchFamily="34" charset="-120"/>
              </a:rPr>
              <a:t>② カメラで観測</a:t>
            </a:r>
            <a:endParaRPr lang="en-US" sz="1400"/>
          </a:p>
        </p:txBody>
      </p:sp>
      <p:sp>
        <p:nvSpPr>
          <p:cNvPr id="11" name="Text 9"/>
          <p:cNvSpPr/>
          <p:nvPr/>
        </p:nvSpPr>
        <p:spPr>
          <a:xfrm>
            <a:off x="3904488" y="2167128"/>
            <a:ext cx="1837944" cy="2898648"/>
          </a:xfrm>
          <a:prstGeom prst="rect">
            <a:avLst/>
          </a:prstGeom>
          <a:noFill/>
          <a:ln/>
        </p:spPr>
        <p:txBody>
          <a:bodyPr wrap="square" lIns="254" tIns="254" rIns="254" bIns="254" rtlCol="0" anchor="t"/>
          <a:lstStyle/>
          <a:p>
            <a:pPr marL="0" indent="0">
              <a:buNone/>
            </a:pPr>
            <a:r>
              <a:rPr lang="en-US" sz="1100">
                <a:solidFill>
                  <a:srgbClr val="787873"/>
                </a:solidFill>
                <a:latin typeface="Yu Gothic" pitchFamily="34" charset="0"/>
                <a:ea typeface="Yu Gothic" pitchFamily="34" charset="-122"/>
                <a:cs typeface="Yu Gothic" pitchFamily="34" charset="-120"/>
              </a:rPr>
              <a:t>手元 + 俯瞰カメラで</a:t>
            </a:r>
            <a:endParaRPr lang="en-US" sz="1100"/>
          </a:p>
          <a:p>
            <a:pPr marL="0" indent="0">
              <a:buNone/>
            </a:pPr>
            <a:r>
              <a:rPr lang="en-US" sz="1100">
                <a:solidFill>
                  <a:srgbClr val="787873"/>
                </a:solidFill>
                <a:latin typeface="Yu Gothic" pitchFamily="34" charset="0"/>
                <a:ea typeface="Yu Gothic" pitchFamily="34" charset="-122"/>
                <a:cs typeface="Yu Gothic" pitchFamily="34" charset="-120"/>
              </a:rPr>
              <a:t>スイッチの色と位置を観測</a:t>
            </a:r>
            <a:endParaRPr lang="en-US" sz="1100"/>
          </a:p>
          <a:p>
            <a:pPr marL="0" indent="0">
              <a:buNone/>
            </a:pPr>
            <a:endParaRPr lang="en-US" sz="1100"/>
          </a:p>
          <a:p>
            <a:pPr marL="0" indent="0">
              <a:buNone/>
            </a:pPr>
            <a:r>
              <a:rPr lang="en-US" sz="1100">
                <a:solidFill>
                  <a:srgbClr val="787873"/>
                </a:solidFill>
                <a:latin typeface="Yu Gothic" pitchFamily="34" charset="0"/>
                <a:ea typeface="Yu Gothic" pitchFamily="34" charset="-122"/>
                <a:cs typeface="Yu Gothic" pitchFamily="34" charset="-120"/>
              </a:rPr>
              <a:t>色と操作の対応を学習</a:t>
            </a:r>
            <a:endParaRPr lang="en-US" sz="1100"/>
          </a:p>
        </p:txBody>
      </p:sp>
      <p:sp>
        <p:nvSpPr>
          <p:cNvPr id="12" name="Shape 10"/>
          <p:cNvSpPr/>
          <p:nvPr/>
        </p:nvSpPr>
        <p:spPr>
          <a:xfrm>
            <a:off x="6016752" y="3456432"/>
            <a:ext cx="685800" cy="0"/>
          </a:xfrm>
          <a:prstGeom prst="line">
            <a:avLst/>
          </a:prstGeom>
          <a:noFill/>
          <a:ln w="27940">
            <a:solidFill>
              <a:srgbClr val="FFA900"/>
            </a:solidFill>
            <a:prstDash val="solid"/>
            <a:headEnd type="none"/>
            <a:tailEnd type="triangle"/>
          </a:ln>
        </p:spPr>
        <p:txBody>
          <a:bodyPr/>
          <a:lstStyle/>
          <a:p>
            <a:endParaRPr lang="ja-JP" altLang="en-US"/>
          </a:p>
        </p:txBody>
      </p:sp>
      <p:sp>
        <p:nvSpPr>
          <p:cNvPr id="13" name="Shape 11"/>
          <p:cNvSpPr/>
          <p:nvPr/>
        </p:nvSpPr>
        <p:spPr>
          <a:xfrm>
            <a:off x="6702552" y="1691640"/>
            <a:ext cx="2240280" cy="3520440"/>
          </a:xfrm>
          <a:prstGeom prst="roundRect">
            <a:avLst>
              <a:gd name="adj" fmla="val 3265"/>
            </a:avLst>
          </a:prstGeom>
          <a:solidFill>
            <a:srgbClr val="FAFAF7"/>
          </a:solidFill>
          <a:ln w="10160">
            <a:solidFill>
              <a:srgbClr val="DCDCD6"/>
            </a:solidFill>
            <a:prstDash val="solid"/>
          </a:ln>
        </p:spPr>
        <p:txBody>
          <a:bodyPr/>
          <a:lstStyle/>
          <a:p>
            <a:endParaRPr lang="ja-JP" altLang="en-US"/>
          </a:p>
        </p:txBody>
      </p:sp>
      <p:sp>
        <p:nvSpPr>
          <p:cNvPr id="14" name="Text 12"/>
          <p:cNvSpPr/>
          <p:nvPr/>
        </p:nvSpPr>
        <p:spPr>
          <a:xfrm>
            <a:off x="6903720" y="1837944"/>
            <a:ext cx="1837944" cy="256032"/>
          </a:xfrm>
          <a:prstGeom prst="rect">
            <a:avLst/>
          </a:prstGeom>
          <a:noFill/>
          <a:ln/>
        </p:spPr>
        <p:txBody>
          <a:bodyPr wrap="square" lIns="0" tIns="0" rIns="0" bIns="0" rtlCol="0" anchor="ctr"/>
          <a:lstStyle/>
          <a:p>
            <a:pPr marL="0" indent="0">
              <a:buNone/>
            </a:pPr>
            <a:r>
              <a:rPr lang="en-US" sz="1400" b="1">
                <a:solidFill>
                  <a:srgbClr val="191919"/>
                </a:solidFill>
                <a:latin typeface="Yu Gothic" pitchFamily="34" charset="0"/>
                <a:ea typeface="Yu Gothic" pitchFamily="34" charset="-122"/>
                <a:cs typeface="Yu Gothic" pitchFamily="34" charset="-120"/>
              </a:rPr>
              <a:t>③ アームで押す</a:t>
            </a:r>
            <a:endParaRPr lang="en-US" sz="1400"/>
          </a:p>
        </p:txBody>
      </p:sp>
      <p:sp>
        <p:nvSpPr>
          <p:cNvPr id="15" name="Text 13"/>
          <p:cNvSpPr/>
          <p:nvPr/>
        </p:nvSpPr>
        <p:spPr>
          <a:xfrm>
            <a:off x="6903720" y="2167128"/>
            <a:ext cx="1837944" cy="2898648"/>
          </a:xfrm>
          <a:prstGeom prst="rect">
            <a:avLst/>
          </a:prstGeom>
          <a:noFill/>
          <a:ln/>
        </p:spPr>
        <p:txBody>
          <a:bodyPr wrap="square" lIns="254" tIns="254" rIns="254" bIns="254" rtlCol="0" anchor="t"/>
          <a:lstStyle/>
          <a:p>
            <a:pPr marL="0" indent="0">
              <a:buNone/>
            </a:pPr>
            <a:r>
              <a:rPr lang="en-US" sz="1100">
                <a:solidFill>
                  <a:srgbClr val="787873"/>
                </a:solidFill>
                <a:latin typeface="Yu Gothic" pitchFamily="34" charset="0"/>
                <a:ea typeface="Yu Gothic" pitchFamily="34" charset="-122"/>
                <a:cs typeface="Yu Gothic" pitchFamily="34" charset="-120"/>
              </a:rPr>
              <a:t>指定された色のスイッチへ移動</a:t>
            </a:r>
            <a:endParaRPr lang="en-US" sz="1100"/>
          </a:p>
          <a:p>
            <a:pPr marL="0" indent="0">
              <a:buNone/>
            </a:pPr>
            <a:endParaRPr lang="en-US" sz="1100"/>
          </a:p>
          <a:p>
            <a:pPr marL="0" indent="0">
              <a:buNone/>
            </a:pPr>
            <a:r>
              <a:rPr lang="en-US" sz="1100">
                <a:solidFill>
                  <a:srgbClr val="787873"/>
                </a:solidFill>
                <a:latin typeface="Yu Gothic" pitchFamily="34" charset="0"/>
                <a:ea typeface="Yu Gothic" pitchFamily="34" charset="-122"/>
                <a:cs typeface="Yu Gothic" pitchFamily="34" charset="-120"/>
              </a:rPr>
              <a:t>押下までを一連の動作として実行</a:t>
            </a:r>
            <a:endParaRPr lang="en-US" sz="1100"/>
          </a:p>
        </p:txBody>
      </p:sp>
      <p:sp>
        <p:nvSpPr>
          <p:cNvPr id="16" name="Shape 14"/>
          <p:cNvSpPr/>
          <p:nvPr/>
        </p:nvSpPr>
        <p:spPr>
          <a:xfrm>
            <a:off x="9015984" y="3456432"/>
            <a:ext cx="685800" cy="0"/>
          </a:xfrm>
          <a:prstGeom prst="line">
            <a:avLst/>
          </a:prstGeom>
          <a:noFill/>
          <a:ln w="27940">
            <a:solidFill>
              <a:srgbClr val="FFA900"/>
            </a:solidFill>
            <a:prstDash val="solid"/>
            <a:headEnd type="none"/>
            <a:tailEnd type="triangle"/>
          </a:ln>
        </p:spPr>
        <p:txBody>
          <a:bodyPr/>
          <a:lstStyle/>
          <a:p>
            <a:endParaRPr lang="ja-JP" altLang="en-US"/>
          </a:p>
        </p:txBody>
      </p:sp>
      <p:sp>
        <p:nvSpPr>
          <p:cNvPr id="17" name="Shape 15"/>
          <p:cNvSpPr/>
          <p:nvPr/>
        </p:nvSpPr>
        <p:spPr>
          <a:xfrm>
            <a:off x="9701784" y="1691640"/>
            <a:ext cx="1828800" cy="3520440"/>
          </a:xfrm>
          <a:prstGeom prst="roundRect">
            <a:avLst>
              <a:gd name="adj" fmla="val 4000"/>
            </a:avLst>
          </a:prstGeom>
          <a:solidFill>
            <a:srgbClr val="FAFAF7"/>
          </a:solidFill>
          <a:ln w="10160">
            <a:solidFill>
              <a:srgbClr val="DCDCD6"/>
            </a:solidFill>
            <a:prstDash val="solid"/>
          </a:ln>
        </p:spPr>
        <p:txBody>
          <a:bodyPr/>
          <a:lstStyle/>
          <a:p>
            <a:endParaRPr lang="ja-JP" altLang="en-US"/>
          </a:p>
        </p:txBody>
      </p:sp>
      <p:sp>
        <p:nvSpPr>
          <p:cNvPr id="18" name="Text 16"/>
          <p:cNvSpPr/>
          <p:nvPr/>
        </p:nvSpPr>
        <p:spPr>
          <a:xfrm>
            <a:off x="9902952" y="1837944"/>
            <a:ext cx="1426464" cy="256032"/>
          </a:xfrm>
          <a:prstGeom prst="rect">
            <a:avLst/>
          </a:prstGeom>
          <a:noFill/>
          <a:ln/>
        </p:spPr>
        <p:txBody>
          <a:bodyPr wrap="square" lIns="0" tIns="0" rIns="0" bIns="0" rtlCol="0" anchor="ctr"/>
          <a:lstStyle/>
          <a:p>
            <a:pPr marL="0" indent="0">
              <a:buNone/>
            </a:pPr>
            <a:r>
              <a:rPr lang="en-US" sz="1400" b="1">
                <a:solidFill>
                  <a:srgbClr val="191919"/>
                </a:solidFill>
                <a:latin typeface="Yu Gothic" pitchFamily="34" charset="0"/>
                <a:ea typeface="Yu Gothic" pitchFamily="34" charset="-122"/>
                <a:cs typeface="Yu Gothic" pitchFamily="34" charset="-120"/>
              </a:rPr>
              <a:t>④ 評価</a:t>
            </a:r>
            <a:endParaRPr lang="en-US" sz="1400"/>
          </a:p>
        </p:txBody>
      </p:sp>
      <p:sp>
        <p:nvSpPr>
          <p:cNvPr id="19" name="Text 17"/>
          <p:cNvSpPr/>
          <p:nvPr/>
        </p:nvSpPr>
        <p:spPr>
          <a:xfrm>
            <a:off x="9902952" y="2167128"/>
            <a:ext cx="1426464" cy="2898648"/>
          </a:xfrm>
          <a:prstGeom prst="rect">
            <a:avLst/>
          </a:prstGeom>
          <a:noFill/>
          <a:ln/>
        </p:spPr>
        <p:txBody>
          <a:bodyPr wrap="square" lIns="254" tIns="254" rIns="254" bIns="254" rtlCol="0" anchor="t"/>
          <a:lstStyle/>
          <a:p>
            <a:pPr marL="0" indent="0">
              <a:buNone/>
            </a:pPr>
            <a:r>
              <a:rPr lang="en-US" sz="1080">
                <a:solidFill>
                  <a:srgbClr val="787873"/>
                </a:solidFill>
                <a:latin typeface="Yu Gothic" pitchFamily="34" charset="0"/>
                <a:ea typeface="Yu Gothic" pitchFamily="34" charset="-122"/>
                <a:cs typeface="Yu Gothic" pitchFamily="34" charset="-120"/>
              </a:rPr>
              <a:t>正しい色を選べたか</a:t>
            </a:r>
            <a:endParaRPr lang="en-US" sz="1080"/>
          </a:p>
          <a:p>
            <a:pPr marL="0" indent="0">
              <a:buNone/>
            </a:pPr>
            <a:endParaRPr lang="en-US" sz="1080"/>
          </a:p>
          <a:p>
            <a:pPr marL="0" indent="0">
              <a:buNone/>
            </a:pPr>
            <a:r>
              <a:rPr lang="en-US" sz="1080">
                <a:solidFill>
                  <a:srgbClr val="787873"/>
                </a:solidFill>
                <a:latin typeface="Yu Gothic" pitchFamily="34" charset="0"/>
                <a:ea typeface="Yu Gothic" pitchFamily="34" charset="-122"/>
                <a:cs typeface="Yu Gothic" pitchFamily="34" charset="-120"/>
              </a:rPr>
              <a:t>実際に押せたか</a:t>
            </a:r>
            <a:endParaRPr lang="en-US" sz="1080"/>
          </a:p>
          <a:p>
            <a:pPr marL="0" indent="0">
              <a:buNone/>
            </a:pPr>
            <a:endParaRPr lang="en-US" sz="1080"/>
          </a:p>
          <a:p>
            <a:pPr marL="0" indent="0">
              <a:buNone/>
            </a:pPr>
            <a:r>
              <a:rPr lang="en-US" sz="1080">
                <a:solidFill>
                  <a:srgbClr val="787873"/>
                </a:solidFill>
                <a:latin typeface="Yu Gothic" pitchFamily="34" charset="0"/>
                <a:ea typeface="Yu Gothic" pitchFamily="34" charset="-122"/>
                <a:cs typeface="Yu Gothic" pitchFamily="34" charset="-120"/>
              </a:rPr>
              <a:t>誤押下がないか</a:t>
            </a:r>
            <a:endParaRPr lang="en-US" sz="1080"/>
          </a:p>
        </p:txBody>
      </p:sp>
      <p:sp>
        <p:nvSpPr>
          <p:cNvPr id="20" name="Shape 18"/>
          <p:cNvSpPr/>
          <p:nvPr/>
        </p:nvSpPr>
        <p:spPr>
          <a:xfrm>
            <a:off x="1078992" y="5559552"/>
            <a:ext cx="9857232" cy="658368"/>
          </a:xfrm>
          <a:prstGeom prst="roundRect">
            <a:avLst>
              <a:gd name="adj" fmla="val 11111"/>
            </a:avLst>
          </a:prstGeom>
          <a:solidFill>
            <a:srgbClr val="F6F6F2"/>
          </a:solidFill>
          <a:ln w="12700">
            <a:solidFill>
              <a:srgbClr val="F6F6F2"/>
            </a:solidFill>
            <a:prstDash val="solid"/>
          </a:ln>
        </p:spPr>
        <p:txBody>
          <a:bodyPr/>
          <a:lstStyle/>
          <a:p>
            <a:endParaRPr lang="ja-JP" altLang="en-US"/>
          </a:p>
        </p:txBody>
      </p:sp>
      <p:sp>
        <p:nvSpPr>
          <p:cNvPr id="21" name="Text 19"/>
          <p:cNvSpPr/>
          <p:nvPr/>
        </p:nvSpPr>
        <p:spPr>
          <a:xfrm>
            <a:off x="1298448" y="5769864"/>
            <a:ext cx="9418320" cy="256032"/>
          </a:xfrm>
          <a:prstGeom prst="rect">
            <a:avLst/>
          </a:prstGeom>
          <a:noFill/>
          <a:ln/>
        </p:spPr>
        <p:txBody>
          <a:bodyPr wrap="square" lIns="0" tIns="0" rIns="0" bIns="0" rtlCol="0" anchor="ctr"/>
          <a:lstStyle/>
          <a:p>
            <a:pPr marL="0" indent="0" algn="ctr">
              <a:buNone/>
            </a:pPr>
            <a:r>
              <a:rPr lang="en-US" sz="1180" b="1">
                <a:solidFill>
                  <a:srgbClr val="191919"/>
                </a:solidFill>
                <a:latin typeface="Yu Gothic" pitchFamily="34" charset="0"/>
                <a:ea typeface="Yu Gothic" pitchFamily="34" charset="-122"/>
                <a:cs typeface="Yu Gothic" pitchFamily="34" charset="-120"/>
              </a:rPr>
              <a:t>評価指標：色選択の正解率 × スイッチ押下の成功率　→　視覚情報を使った操作へ発展</a:t>
            </a:r>
            <a:endParaRPr lang="en-US" sz="1180"/>
          </a:p>
        </p:txBody>
      </p:sp>
      <p:sp>
        <p:nvSpPr>
          <p:cNvPr id="25" name="Slide Number Placeholder 0"/>
          <p:cNvSpPr>
            <a:spLocks noGrp="1"/>
          </p:cNvSpPr>
          <p:nvPr>
            <p:ph type="sldNum" sz="quarter" idx="4294967295"/>
          </p:nvPr>
        </p:nvSpPr>
        <p:spPr>
          <a:xfrm>
            <a:off x="11567160" y="6446520"/>
            <a:ext cx="32004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787873"/>
                </a:solidFill>
                <a:latin typeface="Aptos"/>
                <a:ea typeface="Aptos"/>
                <a:cs typeface="Aptos"/>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75488" y="256032"/>
            <a:ext cx="2377440" cy="201168"/>
          </a:xfrm>
          <a:prstGeom prst="rect">
            <a:avLst/>
          </a:prstGeom>
          <a:noFill/>
          <a:ln/>
        </p:spPr>
        <p:txBody>
          <a:bodyPr wrap="square" lIns="0" tIns="0" rIns="0" bIns="0" rtlCol="0" anchor="ctr"/>
          <a:lstStyle/>
          <a:p>
            <a:pPr marL="0" indent="0">
              <a:buNone/>
            </a:pPr>
            <a:r>
              <a:rPr lang="en-US" sz="900" b="1">
                <a:solidFill>
                  <a:srgbClr val="FFA900"/>
                </a:solidFill>
                <a:latin typeface="Aptos"/>
                <a:ea typeface="Aptos" pitchFamily="34" charset="-122"/>
                <a:cs typeface="Aptos" pitchFamily="34" charset="-120"/>
              </a:rPr>
              <a:t>15 / STATUS</a:t>
            </a:r>
            <a:endParaRPr lang="en-US" sz="900">
              <a:latin typeface="Aptos"/>
            </a:endParaRPr>
          </a:p>
        </p:txBody>
      </p:sp>
      <p:sp>
        <p:nvSpPr>
          <p:cNvPr id="3" name="Text 1"/>
          <p:cNvSpPr/>
          <p:nvPr/>
        </p:nvSpPr>
        <p:spPr>
          <a:xfrm>
            <a:off x="475488" y="566928"/>
            <a:ext cx="7680960" cy="411480"/>
          </a:xfrm>
          <a:prstGeom prst="rect">
            <a:avLst/>
          </a:prstGeom>
          <a:noFill/>
          <a:ln/>
        </p:spPr>
        <p:txBody>
          <a:bodyPr wrap="square" lIns="0" tIns="0" rIns="0" bIns="0" rtlCol="0" anchor="ctr"/>
          <a:lstStyle/>
          <a:p>
            <a:pPr marL="0" indent="0">
              <a:buNone/>
            </a:pPr>
            <a:r>
              <a:rPr lang="en-US" sz="2400" b="1">
                <a:solidFill>
                  <a:srgbClr val="191919"/>
                </a:solidFill>
                <a:latin typeface="Yu Gothic" pitchFamily="34" charset="0"/>
                <a:ea typeface="Yu Gothic" pitchFamily="34" charset="-122"/>
                <a:cs typeface="Yu Gothic" pitchFamily="34" charset="-120"/>
              </a:rPr>
              <a:t>現時点の到達点と次のステップ</a:t>
            </a:r>
            <a:endParaRPr lang="en-US" sz="2400"/>
          </a:p>
        </p:txBody>
      </p:sp>
      <p:sp>
        <p:nvSpPr>
          <p:cNvPr id="4" name="Text 2"/>
          <p:cNvSpPr/>
          <p:nvPr/>
        </p:nvSpPr>
        <p:spPr>
          <a:xfrm>
            <a:off x="475488" y="1014984"/>
            <a:ext cx="8046720" cy="274320"/>
          </a:xfrm>
          <a:prstGeom prst="rect">
            <a:avLst/>
          </a:prstGeom>
          <a:noFill/>
          <a:ln/>
        </p:spPr>
        <p:txBody>
          <a:bodyPr wrap="square" lIns="0" tIns="0" rIns="0" bIns="0" rtlCol="0" anchor="ctr"/>
          <a:lstStyle/>
          <a:p>
            <a:pPr marL="0" indent="0">
              <a:buNone/>
            </a:pPr>
            <a:r>
              <a:rPr lang="en-US" sz="1050">
                <a:solidFill>
                  <a:srgbClr val="787873"/>
                </a:solidFill>
                <a:latin typeface="Yu Gothic" pitchFamily="34" charset="0"/>
                <a:ea typeface="Yu Gothic" pitchFamily="34" charset="-122"/>
                <a:cs typeface="Yu Gothic" pitchFamily="34" charset="-120"/>
              </a:rPr>
              <a:t>Pick &amp; Placeモデルの作成から、色を使った物理操作へ発展</a:t>
            </a:r>
            <a:endParaRPr lang="en-US" sz="1050"/>
          </a:p>
        </p:txBody>
      </p:sp>
      <p:sp>
        <p:nvSpPr>
          <p:cNvPr id="5" name="Text 3"/>
          <p:cNvSpPr/>
          <p:nvPr/>
        </p:nvSpPr>
        <p:spPr>
          <a:xfrm>
            <a:off x="749808" y="1645920"/>
            <a:ext cx="1828800" cy="365760"/>
          </a:xfrm>
          <a:prstGeom prst="rect">
            <a:avLst/>
          </a:prstGeom>
          <a:noFill/>
          <a:ln/>
        </p:spPr>
        <p:txBody>
          <a:bodyPr wrap="square" lIns="0" tIns="0" rIns="0" bIns="0" rtlCol="0" anchor="ctr"/>
          <a:lstStyle/>
          <a:p>
            <a:pPr marL="0" indent="0">
              <a:buNone/>
            </a:pPr>
            <a:r>
              <a:rPr lang="en-US" sz="1600" b="1">
                <a:solidFill>
                  <a:srgbClr val="191919"/>
                </a:solidFill>
                <a:latin typeface="Yu Gothic" pitchFamily="34" charset="0"/>
                <a:ea typeface="Yu Gothic" pitchFamily="34" charset="-122"/>
                <a:cs typeface="Yu Gothic" pitchFamily="34" charset="-120"/>
              </a:rPr>
              <a:t>できたこと</a:t>
            </a:r>
            <a:endParaRPr lang="en-US" sz="1600"/>
          </a:p>
        </p:txBody>
      </p:sp>
      <p:sp>
        <p:nvSpPr>
          <p:cNvPr id="6" name="Text 4"/>
          <p:cNvSpPr/>
          <p:nvPr/>
        </p:nvSpPr>
        <p:spPr>
          <a:xfrm>
            <a:off x="804672" y="2212848"/>
            <a:ext cx="5257800" cy="274320"/>
          </a:xfrm>
          <a:prstGeom prst="rect">
            <a:avLst/>
          </a:prstGeom>
          <a:noFill/>
          <a:ln/>
        </p:spPr>
        <p:txBody>
          <a:bodyPr wrap="square" lIns="0" tIns="0" rIns="0" bIns="0" rtlCol="0" anchor="ctr"/>
          <a:lstStyle/>
          <a:p>
            <a:pPr marL="0" indent="0">
              <a:buNone/>
            </a:pPr>
            <a:r>
              <a:rPr lang="en-US" sz="1250" b="1">
                <a:solidFill>
                  <a:srgbClr val="FFA900"/>
                </a:solidFill>
                <a:latin typeface="Aptos" pitchFamily="34" charset="0"/>
                <a:ea typeface="Aptos" pitchFamily="34" charset="-122"/>
                <a:cs typeface="Aptos" pitchFamily="34" charset="-120"/>
              </a:rPr>
              <a:t>✓ </a:t>
            </a:r>
            <a:r>
              <a:rPr lang="en-US" sz="1250" b="1">
                <a:solidFill>
                  <a:srgbClr val="191919"/>
                </a:solidFill>
                <a:latin typeface="Yu Gothic" pitchFamily="34" charset="0"/>
                <a:ea typeface="Yu Gothic" pitchFamily="34" charset="-122"/>
                <a:cs typeface="Yu Gothic" pitchFamily="34" charset="-120"/>
              </a:rPr>
              <a:t>SO-101の組み立て・キャリブレーション</a:t>
            </a:r>
            <a:endParaRPr lang="en-US" sz="1250"/>
          </a:p>
        </p:txBody>
      </p:sp>
      <p:sp>
        <p:nvSpPr>
          <p:cNvPr id="7" name="Text 5"/>
          <p:cNvSpPr/>
          <p:nvPr/>
        </p:nvSpPr>
        <p:spPr>
          <a:xfrm>
            <a:off x="1051560" y="2496312"/>
            <a:ext cx="5010912" cy="292608"/>
          </a:xfrm>
          <a:prstGeom prst="rect">
            <a:avLst/>
          </a:prstGeom>
          <a:noFill/>
          <a:ln/>
        </p:spPr>
        <p:txBody>
          <a:bodyPr wrap="square" lIns="0" tIns="0" rIns="0" bIns="0" rtlCol="0" anchor="ctr"/>
          <a:lstStyle/>
          <a:p>
            <a:pPr marL="0" indent="0">
              <a:buNone/>
            </a:pPr>
            <a:r>
              <a:rPr lang="en-US" sz="950">
                <a:solidFill>
                  <a:srgbClr val="787873"/>
                </a:solidFill>
                <a:latin typeface="Yu Gothic" pitchFamily="34" charset="0"/>
                <a:ea typeface="Yu Gothic" pitchFamily="34" charset="-122"/>
                <a:cs typeface="Yu Gothic" pitchFamily="34" charset="-120"/>
              </a:rPr>
              <a:t>テレオペレーションで動作確認</a:t>
            </a:r>
            <a:endParaRPr lang="en-US" sz="950"/>
          </a:p>
        </p:txBody>
      </p:sp>
      <p:sp>
        <p:nvSpPr>
          <p:cNvPr id="8" name="Text 6"/>
          <p:cNvSpPr/>
          <p:nvPr/>
        </p:nvSpPr>
        <p:spPr>
          <a:xfrm>
            <a:off x="804672" y="2980944"/>
            <a:ext cx="5257800" cy="274320"/>
          </a:xfrm>
          <a:prstGeom prst="rect">
            <a:avLst/>
          </a:prstGeom>
          <a:noFill/>
          <a:ln/>
        </p:spPr>
        <p:txBody>
          <a:bodyPr wrap="square" lIns="0" tIns="0" rIns="0" bIns="0" rtlCol="0" anchor="ctr"/>
          <a:lstStyle/>
          <a:p>
            <a:pPr marL="0" indent="0">
              <a:buNone/>
            </a:pPr>
            <a:r>
              <a:rPr lang="en-US" sz="1250" b="1">
                <a:solidFill>
                  <a:srgbClr val="FFA900"/>
                </a:solidFill>
                <a:latin typeface="Aptos" pitchFamily="34" charset="0"/>
                <a:ea typeface="Aptos" pitchFamily="34" charset="-122"/>
                <a:cs typeface="Aptos" pitchFamily="34" charset="-120"/>
              </a:rPr>
              <a:t>✓ </a:t>
            </a:r>
            <a:r>
              <a:rPr lang="en-US" sz="1250" b="1">
                <a:solidFill>
                  <a:srgbClr val="191919"/>
                </a:solidFill>
                <a:latin typeface="Yu Gothic" pitchFamily="34" charset="0"/>
                <a:ea typeface="Yu Gothic" pitchFamily="34" charset="-122"/>
                <a:cs typeface="Yu Gothic" pitchFamily="34" charset="-120"/>
              </a:rPr>
              <a:t>2カメラ・100エピソードのDataset作成</a:t>
            </a:r>
            <a:endParaRPr lang="en-US" sz="1250"/>
          </a:p>
        </p:txBody>
      </p:sp>
      <p:sp>
        <p:nvSpPr>
          <p:cNvPr id="9" name="Text 7"/>
          <p:cNvSpPr/>
          <p:nvPr/>
        </p:nvSpPr>
        <p:spPr>
          <a:xfrm>
            <a:off x="1051560" y="3264408"/>
            <a:ext cx="5010912" cy="292608"/>
          </a:xfrm>
          <a:prstGeom prst="rect">
            <a:avLst/>
          </a:prstGeom>
          <a:noFill/>
          <a:ln/>
        </p:spPr>
        <p:txBody>
          <a:bodyPr wrap="square" lIns="0" tIns="0" rIns="0" bIns="0" rtlCol="0" anchor="ctr"/>
          <a:lstStyle/>
          <a:p>
            <a:pPr marL="0" indent="0">
              <a:buNone/>
            </a:pPr>
            <a:r>
              <a:rPr lang="en-US" sz="950">
                <a:solidFill>
                  <a:srgbClr val="787873"/>
                </a:solidFill>
                <a:latin typeface="Yu Gothic" pitchFamily="34" charset="0"/>
                <a:ea typeface="Yu Gothic" pitchFamily="34" charset="-122"/>
                <a:cs typeface="Yu Gothic" pitchFamily="34" charset="-120"/>
              </a:rPr>
              <a:t>hand / top の2視点でデータを収録</a:t>
            </a:r>
            <a:endParaRPr lang="en-US" sz="950"/>
          </a:p>
        </p:txBody>
      </p:sp>
      <p:sp>
        <p:nvSpPr>
          <p:cNvPr id="10" name="Text 8"/>
          <p:cNvSpPr/>
          <p:nvPr/>
        </p:nvSpPr>
        <p:spPr>
          <a:xfrm>
            <a:off x="804672" y="3749040"/>
            <a:ext cx="5257800" cy="274320"/>
          </a:xfrm>
          <a:prstGeom prst="rect">
            <a:avLst/>
          </a:prstGeom>
          <a:noFill/>
          <a:ln/>
        </p:spPr>
        <p:txBody>
          <a:bodyPr wrap="square" lIns="0" tIns="0" rIns="0" bIns="0" rtlCol="0" anchor="ctr"/>
          <a:lstStyle/>
          <a:p>
            <a:pPr marL="0" indent="0">
              <a:buNone/>
            </a:pPr>
            <a:r>
              <a:rPr lang="en-US" sz="1250" b="1">
                <a:solidFill>
                  <a:srgbClr val="FFA900"/>
                </a:solidFill>
                <a:latin typeface="Aptos" pitchFamily="34" charset="0"/>
                <a:ea typeface="Aptos" pitchFamily="34" charset="-122"/>
                <a:cs typeface="Aptos" pitchFamily="34" charset="-120"/>
              </a:rPr>
              <a:t>✓ </a:t>
            </a:r>
            <a:r>
              <a:rPr lang="en-US" sz="1250" b="1">
                <a:solidFill>
                  <a:srgbClr val="191919"/>
                </a:solidFill>
                <a:latin typeface="Yu Gothic" pitchFamily="34" charset="0"/>
                <a:ea typeface="Yu Gothic" pitchFamily="34" charset="-122"/>
                <a:cs typeface="Yu Gothic" pitchFamily="34" charset="-120"/>
              </a:rPr>
              <a:t>ACTモデルを複数学習</a:t>
            </a:r>
            <a:endParaRPr lang="en-US" sz="1250"/>
          </a:p>
        </p:txBody>
      </p:sp>
      <p:sp>
        <p:nvSpPr>
          <p:cNvPr id="11" name="Text 9"/>
          <p:cNvSpPr/>
          <p:nvPr/>
        </p:nvSpPr>
        <p:spPr>
          <a:xfrm>
            <a:off x="1051560" y="4032504"/>
            <a:ext cx="5010912" cy="292608"/>
          </a:xfrm>
          <a:prstGeom prst="rect">
            <a:avLst/>
          </a:prstGeom>
          <a:noFill/>
          <a:ln/>
        </p:spPr>
        <p:txBody>
          <a:bodyPr wrap="square" lIns="0" tIns="0" rIns="0" bIns="0" rtlCol="0" anchor="ctr"/>
          <a:lstStyle/>
          <a:p>
            <a:pPr marL="0" indent="0">
              <a:buNone/>
            </a:pPr>
            <a:r>
              <a:rPr lang="en-US" sz="950">
                <a:solidFill>
                  <a:srgbClr val="787873"/>
                </a:solidFill>
                <a:latin typeface="Yu Gothic" pitchFamily="34" charset="0"/>
                <a:ea typeface="Yu Gothic" pitchFamily="34" charset="-122"/>
                <a:cs typeface="Yu Gothic" pitchFamily="34" charset="-120"/>
              </a:rPr>
              <a:t>1K / 100K / 300K stepでモデルを作成</a:t>
            </a:r>
            <a:endParaRPr lang="en-US" sz="950"/>
          </a:p>
        </p:txBody>
      </p:sp>
      <p:sp>
        <p:nvSpPr>
          <p:cNvPr id="12" name="Text 10"/>
          <p:cNvSpPr/>
          <p:nvPr/>
        </p:nvSpPr>
        <p:spPr>
          <a:xfrm>
            <a:off x="804672" y="4517136"/>
            <a:ext cx="5257800" cy="274320"/>
          </a:xfrm>
          <a:prstGeom prst="rect">
            <a:avLst/>
          </a:prstGeom>
          <a:noFill/>
          <a:ln/>
        </p:spPr>
        <p:txBody>
          <a:bodyPr wrap="square" lIns="0" tIns="0" rIns="0" bIns="0" rtlCol="0" anchor="ctr"/>
          <a:lstStyle/>
          <a:p>
            <a:r>
              <a:t>✓ 実機検証を実施</a:t>
            </a:r>
          </a:p>
        </p:txBody>
      </p:sp>
      <p:sp>
        <p:nvSpPr>
          <p:cNvPr id="13" name="Text 11"/>
          <p:cNvSpPr/>
          <p:nvPr/>
        </p:nvSpPr>
        <p:spPr>
          <a:xfrm>
            <a:off x="1051560" y="4800600"/>
            <a:ext cx="5010912" cy="292608"/>
          </a:xfrm>
          <a:prstGeom prst="rect">
            <a:avLst/>
          </a:prstGeom>
          <a:noFill/>
          <a:ln/>
        </p:spPr>
        <p:txBody>
          <a:bodyPr wrap="square" lIns="0" tIns="0" rIns="0" bIns="0" rtlCol="0" anchor="ctr"/>
          <a:lstStyle/>
          <a:p>
            <a:r>
              <a:t>300Kモデルで約90%・同等照明で最高成功率</a:t>
            </a:r>
          </a:p>
        </p:txBody>
      </p:sp>
      <p:sp>
        <p:nvSpPr>
          <p:cNvPr id="14" name="Shape 12"/>
          <p:cNvSpPr/>
          <p:nvPr/>
        </p:nvSpPr>
        <p:spPr>
          <a:xfrm>
            <a:off x="6492240" y="1627632"/>
            <a:ext cx="4828032" cy="4005072"/>
          </a:xfrm>
          <a:prstGeom prst="roundRect">
            <a:avLst>
              <a:gd name="adj" fmla="val 1826"/>
            </a:avLst>
          </a:prstGeom>
          <a:solidFill>
            <a:srgbClr val="FFF7E6"/>
          </a:solidFill>
          <a:ln w="17780">
            <a:solidFill>
              <a:srgbClr val="FFA900"/>
            </a:solidFill>
            <a:prstDash val="solid"/>
          </a:ln>
        </p:spPr>
        <p:txBody>
          <a:bodyPr/>
          <a:lstStyle/>
          <a:p>
            <a:endParaRPr lang="ja-JP" altLang="en-US"/>
          </a:p>
        </p:txBody>
      </p:sp>
      <p:sp>
        <p:nvSpPr>
          <p:cNvPr id="15" name="Text 13"/>
          <p:cNvSpPr/>
          <p:nvPr/>
        </p:nvSpPr>
        <p:spPr>
          <a:xfrm>
            <a:off x="6812280" y="1929384"/>
            <a:ext cx="2011680" cy="365760"/>
          </a:xfrm>
          <a:prstGeom prst="rect">
            <a:avLst/>
          </a:prstGeom>
          <a:noFill/>
          <a:ln/>
        </p:spPr>
        <p:txBody>
          <a:bodyPr wrap="square" lIns="0" tIns="0" rIns="0" bIns="0" rtlCol="0" anchor="ctr"/>
          <a:lstStyle/>
          <a:p>
            <a:pPr marL="0" indent="0">
              <a:buNone/>
            </a:pPr>
            <a:r>
              <a:rPr lang="en-US" sz="1600" b="1">
                <a:solidFill>
                  <a:srgbClr val="191919"/>
                </a:solidFill>
                <a:latin typeface="Yu Gothic" pitchFamily="34" charset="0"/>
                <a:ea typeface="Yu Gothic" pitchFamily="34" charset="-122"/>
                <a:cs typeface="Yu Gothic" pitchFamily="34" charset="-120"/>
              </a:rPr>
              <a:t>次に行うこと</a:t>
            </a:r>
            <a:endParaRPr lang="en-US" sz="1600"/>
          </a:p>
        </p:txBody>
      </p:sp>
      <p:sp>
        <p:nvSpPr>
          <p:cNvPr id="16" name="Shape 14"/>
          <p:cNvSpPr/>
          <p:nvPr/>
        </p:nvSpPr>
        <p:spPr>
          <a:xfrm>
            <a:off x="6839712" y="2606040"/>
            <a:ext cx="475488" cy="310896"/>
          </a:xfrm>
          <a:prstGeom prst="roundRect">
            <a:avLst>
              <a:gd name="adj" fmla="val 23529"/>
            </a:avLst>
          </a:prstGeom>
          <a:solidFill>
            <a:srgbClr val="FFA900"/>
          </a:solidFill>
          <a:ln w="12700">
            <a:solidFill>
              <a:srgbClr val="FFA900"/>
            </a:solidFill>
            <a:prstDash val="solid"/>
          </a:ln>
        </p:spPr>
        <p:txBody>
          <a:bodyPr/>
          <a:lstStyle/>
          <a:p>
            <a:endParaRPr lang="ja-JP" altLang="en-US"/>
          </a:p>
        </p:txBody>
      </p:sp>
      <p:sp>
        <p:nvSpPr>
          <p:cNvPr id="17" name="Text 15"/>
          <p:cNvSpPr/>
          <p:nvPr/>
        </p:nvSpPr>
        <p:spPr>
          <a:xfrm>
            <a:off x="6839712" y="2615184"/>
            <a:ext cx="475488" cy="274320"/>
          </a:xfrm>
          <a:prstGeom prst="rect">
            <a:avLst/>
          </a:prstGeom>
          <a:noFill/>
          <a:ln/>
        </p:spPr>
        <p:txBody>
          <a:bodyPr wrap="square" lIns="0" tIns="0" rIns="0" bIns="0" rtlCol="0" anchor="ctr"/>
          <a:lstStyle/>
          <a:p>
            <a:pPr marL="0" indent="0" algn="ctr">
              <a:buNone/>
            </a:pPr>
            <a:r>
              <a:rPr lang="en-US" sz="1000" b="1">
                <a:solidFill>
                  <a:srgbClr val="191919"/>
                </a:solidFill>
                <a:latin typeface="Aptos" pitchFamily="34" charset="0"/>
                <a:ea typeface="Aptos" pitchFamily="34" charset="-122"/>
                <a:cs typeface="Aptos" pitchFamily="34" charset="-120"/>
              </a:rPr>
              <a:t>01</a:t>
            </a:r>
            <a:endParaRPr lang="en-US" sz="1000"/>
          </a:p>
        </p:txBody>
      </p:sp>
      <p:sp>
        <p:nvSpPr>
          <p:cNvPr id="18" name="Text 16"/>
          <p:cNvSpPr/>
          <p:nvPr/>
        </p:nvSpPr>
        <p:spPr>
          <a:xfrm>
            <a:off x="7452360" y="2596896"/>
            <a:ext cx="3520440" cy="365760"/>
          </a:xfrm>
          <a:prstGeom prst="rect">
            <a:avLst/>
          </a:prstGeom>
          <a:noFill/>
          <a:ln/>
        </p:spPr>
        <p:txBody>
          <a:bodyPr wrap="square" lIns="0" tIns="0" rIns="0" bIns="0" rtlCol="0" anchor="ctr"/>
          <a:lstStyle/>
          <a:p>
            <a:pPr marL="0" indent="0">
              <a:buNone/>
            </a:pPr>
            <a:r>
              <a:rPr lang="en-US" sz="1120" b="1">
                <a:solidFill>
                  <a:srgbClr val="191919"/>
                </a:solidFill>
                <a:latin typeface="Yu Gothic" pitchFamily="34" charset="0"/>
                <a:ea typeface="Yu Gothic" pitchFamily="34" charset="-122"/>
                <a:cs typeface="Yu Gothic" pitchFamily="34" charset="-120"/>
              </a:rPr>
              <a:t>複数色の物理スイッチを用意</a:t>
            </a:r>
            <a:endParaRPr lang="en-US" sz="1120"/>
          </a:p>
        </p:txBody>
      </p:sp>
      <p:sp>
        <p:nvSpPr>
          <p:cNvPr id="19" name="Shape 17"/>
          <p:cNvSpPr/>
          <p:nvPr/>
        </p:nvSpPr>
        <p:spPr>
          <a:xfrm>
            <a:off x="6839712" y="3319272"/>
            <a:ext cx="475488" cy="310896"/>
          </a:xfrm>
          <a:prstGeom prst="roundRect">
            <a:avLst>
              <a:gd name="adj" fmla="val 23529"/>
            </a:avLst>
          </a:prstGeom>
          <a:solidFill>
            <a:srgbClr val="FFA900"/>
          </a:solidFill>
          <a:ln w="12700">
            <a:solidFill>
              <a:srgbClr val="FFA900"/>
            </a:solidFill>
            <a:prstDash val="solid"/>
          </a:ln>
        </p:spPr>
        <p:txBody>
          <a:bodyPr/>
          <a:lstStyle/>
          <a:p>
            <a:endParaRPr lang="ja-JP" altLang="en-US"/>
          </a:p>
        </p:txBody>
      </p:sp>
      <p:sp>
        <p:nvSpPr>
          <p:cNvPr id="20" name="Text 18"/>
          <p:cNvSpPr/>
          <p:nvPr/>
        </p:nvSpPr>
        <p:spPr>
          <a:xfrm>
            <a:off x="6839712" y="3328416"/>
            <a:ext cx="475488" cy="274320"/>
          </a:xfrm>
          <a:prstGeom prst="rect">
            <a:avLst/>
          </a:prstGeom>
          <a:noFill/>
          <a:ln/>
        </p:spPr>
        <p:txBody>
          <a:bodyPr wrap="square" lIns="0" tIns="0" rIns="0" bIns="0" rtlCol="0" anchor="ctr"/>
          <a:lstStyle/>
          <a:p>
            <a:pPr marL="0" indent="0" algn="ctr">
              <a:buNone/>
            </a:pPr>
            <a:r>
              <a:rPr lang="en-US" sz="1000" b="1">
                <a:solidFill>
                  <a:srgbClr val="191919"/>
                </a:solidFill>
                <a:latin typeface="Aptos" pitchFamily="34" charset="0"/>
                <a:ea typeface="Aptos" pitchFamily="34" charset="-122"/>
                <a:cs typeface="Aptos" pitchFamily="34" charset="-120"/>
              </a:rPr>
              <a:t>02</a:t>
            </a:r>
            <a:endParaRPr lang="en-US" sz="1000"/>
          </a:p>
        </p:txBody>
      </p:sp>
      <p:sp>
        <p:nvSpPr>
          <p:cNvPr id="21" name="Text 19"/>
          <p:cNvSpPr/>
          <p:nvPr/>
        </p:nvSpPr>
        <p:spPr>
          <a:xfrm>
            <a:off x="7452360" y="3310128"/>
            <a:ext cx="3520440" cy="365760"/>
          </a:xfrm>
          <a:prstGeom prst="rect">
            <a:avLst/>
          </a:prstGeom>
          <a:noFill/>
          <a:ln/>
        </p:spPr>
        <p:txBody>
          <a:bodyPr wrap="square" lIns="0" tIns="0" rIns="0" bIns="0" rtlCol="0" anchor="ctr"/>
          <a:lstStyle/>
          <a:p>
            <a:pPr marL="0" indent="0">
              <a:buNone/>
            </a:pPr>
            <a:r>
              <a:rPr lang="en-US" sz="1120" b="1">
                <a:solidFill>
                  <a:srgbClr val="191919"/>
                </a:solidFill>
                <a:latin typeface="Yu Gothic" pitchFamily="34" charset="0"/>
                <a:ea typeface="Yu Gothic" pitchFamily="34" charset="-122"/>
                <a:cs typeface="Yu Gothic" pitchFamily="34" charset="-120"/>
              </a:rPr>
              <a:t>色ごとの押下動作をテレオペで収録</a:t>
            </a:r>
            <a:endParaRPr lang="en-US" sz="1120"/>
          </a:p>
        </p:txBody>
      </p:sp>
      <p:sp>
        <p:nvSpPr>
          <p:cNvPr id="22" name="Shape 20"/>
          <p:cNvSpPr/>
          <p:nvPr/>
        </p:nvSpPr>
        <p:spPr>
          <a:xfrm>
            <a:off x="6839712" y="4032504"/>
            <a:ext cx="475488" cy="310896"/>
          </a:xfrm>
          <a:prstGeom prst="roundRect">
            <a:avLst>
              <a:gd name="adj" fmla="val 23529"/>
            </a:avLst>
          </a:prstGeom>
          <a:solidFill>
            <a:srgbClr val="FFA900"/>
          </a:solidFill>
          <a:ln w="12700">
            <a:solidFill>
              <a:srgbClr val="FFA900"/>
            </a:solidFill>
            <a:prstDash val="solid"/>
          </a:ln>
        </p:spPr>
        <p:txBody>
          <a:bodyPr/>
          <a:lstStyle/>
          <a:p>
            <a:endParaRPr lang="ja-JP" altLang="en-US"/>
          </a:p>
        </p:txBody>
      </p:sp>
      <p:sp>
        <p:nvSpPr>
          <p:cNvPr id="23" name="Text 21"/>
          <p:cNvSpPr/>
          <p:nvPr/>
        </p:nvSpPr>
        <p:spPr>
          <a:xfrm>
            <a:off x="6839712" y="4041648"/>
            <a:ext cx="475488" cy="274320"/>
          </a:xfrm>
          <a:prstGeom prst="rect">
            <a:avLst/>
          </a:prstGeom>
          <a:noFill/>
          <a:ln/>
        </p:spPr>
        <p:txBody>
          <a:bodyPr wrap="square" lIns="0" tIns="0" rIns="0" bIns="0" rtlCol="0" anchor="ctr"/>
          <a:lstStyle/>
          <a:p>
            <a:pPr marL="0" indent="0" algn="ctr">
              <a:buNone/>
            </a:pPr>
            <a:r>
              <a:rPr lang="en-US" sz="1000" b="1">
                <a:solidFill>
                  <a:srgbClr val="191919"/>
                </a:solidFill>
                <a:latin typeface="Aptos" pitchFamily="34" charset="0"/>
                <a:ea typeface="Aptos" pitchFamily="34" charset="-122"/>
                <a:cs typeface="Aptos" pitchFamily="34" charset="-120"/>
              </a:rPr>
              <a:t>03</a:t>
            </a:r>
            <a:endParaRPr lang="en-US" sz="1000"/>
          </a:p>
        </p:txBody>
      </p:sp>
      <p:sp>
        <p:nvSpPr>
          <p:cNvPr id="24" name="Text 22"/>
          <p:cNvSpPr/>
          <p:nvPr/>
        </p:nvSpPr>
        <p:spPr>
          <a:xfrm>
            <a:off x="7452360" y="4023360"/>
            <a:ext cx="3520440" cy="365760"/>
          </a:xfrm>
          <a:prstGeom prst="rect">
            <a:avLst/>
          </a:prstGeom>
          <a:noFill/>
          <a:ln/>
        </p:spPr>
        <p:txBody>
          <a:bodyPr wrap="square" lIns="0" tIns="0" rIns="0" bIns="0" rtlCol="0" anchor="ctr"/>
          <a:lstStyle/>
          <a:p>
            <a:pPr marL="0" indent="0">
              <a:buNone/>
            </a:pPr>
            <a:r>
              <a:rPr lang="en-US" sz="1120" b="1">
                <a:solidFill>
                  <a:srgbClr val="191919"/>
                </a:solidFill>
                <a:latin typeface="Yu Gothic" pitchFamily="34" charset="0"/>
                <a:ea typeface="Yu Gothic" pitchFamily="34" charset="-122"/>
                <a:cs typeface="Yu Gothic" pitchFamily="34" charset="-120"/>
              </a:rPr>
              <a:t>指定された色のスイッチを押すモデルを学習</a:t>
            </a:r>
            <a:endParaRPr lang="en-US" sz="1120"/>
          </a:p>
        </p:txBody>
      </p:sp>
      <p:sp>
        <p:nvSpPr>
          <p:cNvPr id="25" name="Shape 23"/>
          <p:cNvSpPr/>
          <p:nvPr/>
        </p:nvSpPr>
        <p:spPr>
          <a:xfrm>
            <a:off x="6839712" y="4745736"/>
            <a:ext cx="475488" cy="310896"/>
          </a:xfrm>
          <a:prstGeom prst="roundRect">
            <a:avLst>
              <a:gd name="adj" fmla="val 23529"/>
            </a:avLst>
          </a:prstGeom>
          <a:solidFill>
            <a:srgbClr val="FFA900"/>
          </a:solidFill>
          <a:ln w="12700">
            <a:solidFill>
              <a:srgbClr val="FFA900"/>
            </a:solidFill>
            <a:prstDash val="solid"/>
          </a:ln>
        </p:spPr>
        <p:txBody>
          <a:bodyPr/>
          <a:lstStyle/>
          <a:p>
            <a:endParaRPr lang="ja-JP" altLang="en-US"/>
          </a:p>
        </p:txBody>
      </p:sp>
      <p:sp>
        <p:nvSpPr>
          <p:cNvPr id="26" name="Text 24"/>
          <p:cNvSpPr/>
          <p:nvPr/>
        </p:nvSpPr>
        <p:spPr>
          <a:xfrm>
            <a:off x="6839712" y="4754880"/>
            <a:ext cx="475488" cy="274320"/>
          </a:xfrm>
          <a:prstGeom prst="rect">
            <a:avLst/>
          </a:prstGeom>
          <a:noFill/>
          <a:ln/>
        </p:spPr>
        <p:txBody>
          <a:bodyPr wrap="square" lIns="0" tIns="0" rIns="0" bIns="0" rtlCol="0" anchor="ctr"/>
          <a:lstStyle/>
          <a:p>
            <a:pPr marL="0" indent="0" algn="ctr">
              <a:buNone/>
            </a:pPr>
            <a:r>
              <a:rPr lang="en-US" sz="1000" b="1">
                <a:solidFill>
                  <a:srgbClr val="191919"/>
                </a:solidFill>
                <a:latin typeface="Aptos" pitchFamily="34" charset="0"/>
                <a:ea typeface="Aptos" pitchFamily="34" charset="-122"/>
                <a:cs typeface="Aptos" pitchFamily="34" charset="-120"/>
              </a:rPr>
              <a:t>04</a:t>
            </a:r>
            <a:endParaRPr lang="en-US" sz="1000"/>
          </a:p>
        </p:txBody>
      </p:sp>
      <p:sp>
        <p:nvSpPr>
          <p:cNvPr id="27" name="Text 25"/>
          <p:cNvSpPr/>
          <p:nvPr/>
        </p:nvSpPr>
        <p:spPr>
          <a:xfrm>
            <a:off x="7452360" y="4736592"/>
            <a:ext cx="3520440" cy="365760"/>
          </a:xfrm>
          <a:prstGeom prst="rect">
            <a:avLst/>
          </a:prstGeom>
          <a:noFill/>
          <a:ln/>
        </p:spPr>
        <p:txBody>
          <a:bodyPr wrap="square" lIns="0" tIns="0" rIns="0" bIns="0" rtlCol="0" anchor="ctr"/>
          <a:lstStyle/>
          <a:p>
            <a:pPr marL="0" indent="0">
              <a:buNone/>
            </a:pPr>
            <a:r>
              <a:rPr lang="en-US" sz="1120" b="1">
                <a:solidFill>
                  <a:srgbClr val="191919"/>
                </a:solidFill>
                <a:latin typeface="Yu Gothic" pitchFamily="34" charset="0"/>
                <a:ea typeface="Yu Gothic" pitchFamily="34" charset="-122"/>
                <a:cs typeface="Yu Gothic" pitchFamily="34" charset="-120"/>
              </a:rPr>
              <a:t>色選択と押下の成功率を実機で評価</a:t>
            </a:r>
            <a:endParaRPr lang="en-US" sz="1120"/>
          </a:p>
        </p:txBody>
      </p:sp>
      <p:sp>
        <p:nvSpPr>
          <p:cNvPr id="28" name="Text 26"/>
          <p:cNvSpPr/>
          <p:nvPr/>
        </p:nvSpPr>
        <p:spPr>
          <a:xfrm>
            <a:off x="822960" y="5897880"/>
            <a:ext cx="10405872" cy="384048"/>
          </a:xfrm>
          <a:prstGeom prst="rect">
            <a:avLst/>
          </a:prstGeom>
          <a:noFill/>
          <a:ln/>
        </p:spPr>
        <p:txBody>
          <a:bodyPr wrap="square" lIns="0" tIns="0" rIns="0" bIns="0" rtlCol="0" anchor="ctr"/>
          <a:lstStyle/>
          <a:p>
            <a:pPr marL="0" indent="0" algn="ctr">
              <a:buNone/>
            </a:pPr>
            <a:r>
              <a:rPr lang="en-US" sz="1250" b="1">
                <a:solidFill>
                  <a:srgbClr val="E89200"/>
                </a:solidFill>
                <a:latin typeface="Yu Gothic" pitchFamily="34" charset="0"/>
                <a:ea typeface="Yu Gothic" pitchFamily="34" charset="-122"/>
                <a:cs typeface="Yu Gothic" pitchFamily="34" charset="-120"/>
              </a:rPr>
              <a:t>次の目標：カメラから色を判断し、指定された色の物理スイッチを正しく押せるかを検証する</a:t>
            </a:r>
            <a:endParaRPr lang="en-US" sz="1250"/>
          </a:p>
        </p:txBody>
      </p:sp>
      <p:sp>
        <p:nvSpPr>
          <p:cNvPr id="29" name="Slide Number Placeholder 0"/>
          <p:cNvSpPr>
            <a:spLocks noGrp="1"/>
          </p:cNvSpPr>
          <p:nvPr>
            <p:ph type="sldNum" sz="quarter" idx="4294967295"/>
          </p:nvPr>
        </p:nvSpPr>
        <p:spPr>
          <a:xfrm>
            <a:off x="11567160" y="6446520"/>
            <a:ext cx="32004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787873"/>
                </a:solidFill>
                <a:latin typeface="Aptos"/>
                <a:ea typeface="Aptos"/>
                <a:cs typeface="Aptos"/>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64592" y="0"/>
            <a:ext cx="64008" cy="6858000"/>
          </a:xfrm>
          <a:prstGeom prst="rect">
            <a:avLst/>
          </a:prstGeom>
          <a:solidFill>
            <a:srgbClr val="FFA900"/>
          </a:solidFill>
          <a:ln w="12700">
            <a:solidFill>
              <a:srgbClr val="FFA900"/>
            </a:solidFill>
            <a:prstDash val="solid"/>
          </a:ln>
        </p:spPr>
        <p:txBody>
          <a:bodyPr/>
          <a:lstStyle/>
          <a:p>
            <a:endParaRPr lang="ja-JP" altLang="en-US"/>
          </a:p>
        </p:txBody>
      </p:sp>
      <p:sp>
        <p:nvSpPr>
          <p:cNvPr id="3" name="Text 1"/>
          <p:cNvSpPr/>
          <p:nvPr/>
        </p:nvSpPr>
        <p:spPr>
          <a:xfrm>
            <a:off x="594360" y="2743200"/>
            <a:ext cx="3474720" cy="566928"/>
          </a:xfrm>
          <a:prstGeom prst="rect">
            <a:avLst/>
          </a:prstGeom>
          <a:noFill/>
          <a:ln/>
        </p:spPr>
        <p:txBody>
          <a:bodyPr wrap="square" lIns="0" tIns="0" rIns="0" bIns="0" rtlCol="0" anchor="ctr"/>
          <a:lstStyle/>
          <a:p>
            <a:pPr marL="0" indent="0">
              <a:buNone/>
            </a:pPr>
            <a:r>
              <a:rPr lang="en-US" sz="2700" b="1">
                <a:solidFill>
                  <a:srgbClr val="191919"/>
                </a:solidFill>
                <a:latin typeface="Aptos" pitchFamily="34" charset="0"/>
                <a:ea typeface="Aptos" pitchFamily="34" charset="-122"/>
                <a:cs typeface="Aptos" pitchFamily="34" charset="-120"/>
              </a:rPr>
              <a:t>Thank you.</a:t>
            </a:r>
            <a:endParaRPr lang="en-US" sz="2700"/>
          </a:p>
        </p:txBody>
      </p:sp>
      <p:sp>
        <p:nvSpPr>
          <p:cNvPr id="4" name="Text 2"/>
          <p:cNvSpPr/>
          <p:nvPr/>
        </p:nvSpPr>
        <p:spPr>
          <a:xfrm>
            <a:off x="603504" y="3401568"/>
            <a:ext cx="4023360" cy="329184"/>
          </a:xfrm>
          <a:prstGeom prst="rect">
            <a:avLst/>
          </a:prstGeom>
          <a:noFill/>
          <a:ln/>
        </p:spPr>
        <p:txBody>
          <a:bodyPr wrap="square" lIns="0" tIns="0" rIns="0" bIns="0" rtlCol="0" anchor="ctr"/>
          <a:lstStyle/>
          <a:p>
            <a:pPr marL="0" indent="0">
              <a:buNone/>
            </a:pPr>
            <a:r>
              <a:rPr lang="en-US" sz="1100">
                <a:solidFill>
                  <a:srgbClr val="787873"/>
                </a:solidFill>
                <a:latin typeface="Yu Gothic" pitchFamily="34" charset="0"/>
                <a:ea typeface="Yu Gothic" pitchFamily="34" charset="-122"/>
                <a:cs typeface="Yu Gothic" pitchFamily="34" charset="-120"/>
              </a:rPr>
              <a:t>ご清聴ありがとうございました。</a:t>
            </a:r>
            <a:endParaRPr lang="en-US" sz="11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TotalTime>
  <Words>2375</Words>
  <Application>Microsoft Macintosh PowerPoint</Application>
  <PresentationFormat>ワイド画面</PresentationFormat>
  <Paragraphs>411</Paragraphs>
  <Slides>17</Slides>
  <Notes>17</Notes>
  <HiddenSlides>0</HiddenSlides>
  <MMClips>1</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17</vt:i4>
      </vt:variant>
    </vt:vector>
  </HeadingPairs>
  <TitlesOfParts>
    <vt:vector size="23" baseType="lpstr">
      <vt:lpstr>Noto Sans CJK JP</vt:lpstr>
      <vt:lpstr>游ゴシック</vt:lpstr>
      <vt:lpstr>游ゴシック</vt:lpstr>
      <vt:lpstr>Aptos</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Fukuoka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SO-101 / AIロボティクス 中間発表 後半修正版</dc:title>
  <dc:subject>SO-101 / AIロボティクス 中間発表</dc:subject>
  <dc:creator>OpenAI</dc:creator>
  <cp:lastModifiedBy>嶺田　あんず</cp:lastModifiedBy>
  <cp:revision>4</cp:revision>
  <dcterms:created xsi:type="dcterms:W3CDTF">2026-10-17T02:35:00Z</dcterms:created>
  <dcterms:modified xsi:type="dcterms:W3CDTF">2026-10-20T07:12:47Z</dcterms:modified>
</cp:coreProperties>
</file>