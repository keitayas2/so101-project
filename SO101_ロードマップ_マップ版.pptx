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/>
    <p:restoredTop sz="94610"/>
  </p:normalViewPr>
  <p:slideViewPr>
    <p:cSldViewPr snapToGrid="0" snapToObjects="1">
      <p:cViewPr>
        <p:scale>
          <a:sx n="147" d="100"/>
          <a:sy n="147" d="100"/>
        </p:scale>
        <p:origin x="192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19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共通基盤を整えたうえで、○×ゲーム（A）と配電盤操作（B）の2系統に分岐し、11月下旬の成果報告で合流する想定。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36059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SO-101 / AIロボティクス　開発ロードマップ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68680" y="3765593"/>
            <a:ext cx="4023360" cy="50292"/>
          </a:xfrm>
          <a:prstGeom prst="rect">
            <a:avLst/>
          </a:prstGeom>
          <a:solidFill>
            <a:srgbClr val="7A7A7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 flipV="1">
            <a:off x="4892040" y="2510579"/>
            <a:ext cx="731520" cy="1280160"/>
          </a:xfrm>
          <a:prstGeom prst="line">
            <a:avLst/>
          </a:prstGeom>
          <a:noFill/>
          <a:ln w="508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23560" y="2485433"/>
            <a:ext cx="406908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892040" y="3790739"/>
            <a:ext cx="731520" cy="1188720"/>
          </a:xfrm>
          <a:prstGeom prst="line">
            <a:avLst/>
          </a:prstGeom>
          <a:noFill/>
          <a:ln w="508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623560" y="4954313"/>
            <a:ext cx="4069080" cy="50292"/>
          </a:xfrm>
          <a:prstGeom prst="rect">
            <a:avLst/>
          </a:prstGeom>
          <a:solidFill>
            <a:srgbClr val="1F61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692640" y="2510579"/>
            <a:ext cx="777240" cy="1280160"/>
          </a:xfrm>
          <a:prstGeom prst="line">
            <a:avLst/>
          </a:prstGeom>
          <a:noFill/>
          <a:ln w="508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 flipV="1">
            <a:off x="9692640" y="3790739"/>
            <a:ext cx="777240" cy="1188720"/>
          </a:xfrm>
          <a:prstGeom prst="line">
            <a:avLst/>
          </a:prstGeom>
          <a:noFill/>
          <a:ln w="508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97864" y="366272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A7A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274320" y="292205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r>
              <a:rPr lang="en-US" sz="1150" b="1" dirty="0" err="1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青BOX移動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3126043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+mn-ea"/>
                <a:cs typeface="Yu Gothic" pitchFamily="34" charset="-120"/>
              </a:rPr>
              <a:t>・カメラ2台</a:t>
            </a:r>
            <a:endParaRPr lang="en-US" sz="1050" dirty="0">
              <a:latin typeface="+mn-ea"/>
            </a:endParaRPr>
          </a:p>
          <a:p>
            <a:pPr marL="0" indent="0" algn="ctr">
              <a:buNone/>
            </a:pPr>
            <a:r>
              <a:rPr lang="en-US" sz="1050" dirty="0">
                <a:latin typeface="+mn-ea"/>
                <a:cs typeface="Yu Gothic" pitchFamily="34" charset="-120"/>
              </a:rPr>
              <a:t>・</a:t>
            </a:r>
            <a:r>
              <a:rPr lang="en-US" sz="1050" dirty="0" err="1">
                <a:latin typeface="+mn-ea"/>
                <a:cs typeface="Yu Gothic" pitchFamily="34" charset="-120"/>
              </a:rPr>
              <a:t>BOX認識</a:t>
            </a:r>
            <a:endParaRPr lang="en-US" sz="105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69464" y="366272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A7A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1645920" y="404677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r>
              <a:rPr lang="en-US" sz="1150" b="1" dirty="0" err="1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エピソード数とステップ数の</a:t>
            </a:r>
            <a:endParaRPr lang="en-US" sz="1150" b="1" dirty="0">
              <a:solidFill>
                <a:srgbClr val="1A1A1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ctr">
              <a:buNone/>
            </a:pPr>
            <a:r>
              <a:rPr lang="en-US" sz="1150" b="1" dirty="0" err="1">
                <a:solidFill>
                  <a:srgbClr val="1A1A1A"/>
                </a:solidFill>
                <a:latin typeface="Yu Gothic" pitchFamily="34" charset="0"/>
                <a:ea typeface="Yu Gothic" pitchFamily="34" charset="-122"/>
              </a:rPr>
              <a:t>関係性分析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975104" y="4391429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+mn-ea"/>
              </a:rPr>
              <a:t>・</a:t>
            </a:r>
            <a:r>
              <a:rPr lang="en-US" sz="1050" dirty="0" err="1">
                <a:latin typeface="+mn-ea"/>
              </a:rPr>
              <a:t>lossや成功回数など</a:t>
            </a:r>
            <a:r>
              <a:rPr lang="en-US" sz="1050" dirty="0">
                <a:latin typeface="+mn-ea"/>
              </a:rPr>
              <a:t>…</a:t>
            </a:r>
          </a:p>
          <a:p>
            <a:pPr marL="0" indent="0">
              <a:buNone/>
            </a:pPr>
            <a:r>
              <a:rPr lang="en-US" sz="1050" dirty="0">
                <a:latin typeface="+mn-ea"/>
              </a:rPr>
              <a:t>・</a:t>
            </a:r>
            <a:r>
              <a:rPr lang="en-US" sz="1050" dirty="0" err="1">
                <a:latin typeface="+mn-ea"/>
              </a:rPr>
              <a:t>カメラの数等</a:t>
            </a:r>
            <a:endParaRPr lang="en-US" sz="1050" dirty="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41064" y="366272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A7A7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3017520" y="292205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r>
              <a:rPr lang="en-US" altLang="ja-JP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1150" b="1" dirty="0" err="1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青・赤BOX</a:t>
            </a:r>
            <a:r>
              <a:rPr lang="ja-JP" altLang="en-US" sz="1150" b="1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の分類？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196379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latin typeface="+mn-ea"/>
              </a:rPr>
              <a:t>・</a:t>
            </a:r>
            <a:r>
              <a:rPr lang="en-US" sz="1050" dirty="0" err="1">
                <a:latin typeface="+mn-ea"/>
              </a:rPr>
              <a:t>BOXの分類＋移動</a:t>
            </a:r>
            <a:endParaRPr lang="en-US" sz="105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61304" y="238256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4937760" y="2003087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①？？？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11763" y="238256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6498269" y="1992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②？？？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42123" y="238256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8012755" y="200263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③？？？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07024" y="485144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 txBox="1"/>
          <p:nvPr/>
        </p:nvSpPr>
        <p:spPr>
          <a:xfrm>
            <a:off x="4983480" y="524631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ランプ→ボタン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61504" y="485144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 txBox="1"/>
          <p:nvPr/>
        </p:nvSpPr>
        <p:spPr>
          <a:xfrm>
            <a:off x="6537960" y="523549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メーター状況で操作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15984" y="4851443"/>
            <a:ext cx="256032" cy="2560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 txBox="1"/>
          <p:nvPr/>
        </p:nvSpPr>
        <p:spPr>
          <a:xfrm>
            <a:off x="8092440" y="523549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複合判断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13232" y="3635291"/>
            <a:ext cx="310896" cy="3108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 txBox="1"/>
          <p:nvPr/>
        </p:nvSpPr>
        <p:spPr>
          <a:xfrm>
            <a:off x="182880" y="4065059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296144" y="3617003"/>
            <a:ext cx="347472" cy="34747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 txBox="1"/>
          <p:nvPr/>
        </p:nvSpPr>
        <p:spPr>
          <a:xfrm>
            <a:off x="10725912" y="355299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成果報告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735611" y="1365017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 txBox="1"/>
          <p:nvPr/>
        </p:nvSpPr>
        <p:spPr>
          <a:xfrm>
            <a:off x="6872771" y="142902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高・三</a:t>
            </a: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　○×ゲーム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26408" y="5692691"/>
            <a:ext cx="3074864" cy="365760"/>
          </a:xfrm>
          <a:prstGeom prst="roundRect">
            <a:avLst>
              <a:gd name="adj" fmla="val 15000"/>
            </a:avLst>
          </a:prstGeom>
          <a:solidFill>
            <a:srgbClr val="1F618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 txBox="1"/>
          <p:nvPr/>
        </p:nvSpPr>
        <p:spPr>
          <a:xfrm>
            <a:off x="6463568" y="5756699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　</a:t>
            </a:r>
            <a:r>
              <a:rPr lang="en-US" sz="12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嶺・山：配電盤・制御盤の自律操作</a:t>
            </a:r>
            <a:endParaRPr lang="en-US" sz="1200" dirty="0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EB3DDBA-1228-129D-8095-04AD75539873}"/>
              </a:ext>
            </a:extLst>
          </p:cNvPr>
          <p:cNvGrpSpPr/>
          <p:nvPr/>
        </p:nvGrpSpPr>
        <p:grpSpPr>
          <a:xfrm>
            <a:off x="2963460" y="2241122"/>
            <a:ext cx="1718268" cy="597560"/>
            <a:chOff x="2963460" y="2241122"/>
            <a:chExt cx="1718268" cy="597560"/>
          </a:xfrm>
        </p:grpSpPr>
        <p:sp>
          <p:nvSpPr>
            <p:cNvPr id="61" name="三角形 60">
              <a:extLst>
                <a:ext uri="{FF2B5EF4-FFF2-40B4-BE49-F238E27FC236}">
                  <a16:creationId xmlns:a16="http://schemas.microsoft.com/office/drawing/2014/main" id="{D6E18D08-8DB7-C25C-329B-367F5E4044FB}"/>
                </a:ext>
              </a:extLst>
            </p:cNvPr>
            <p:cNvSpPr/>
            <p:nvPr/>
          </p:nvSpPr>
          <p:spPr>
            <a:xfrm rot="8839951">
              <a:off x="3360738" y="2543664"/>
              <a:ext cx="137662" cy="295018"/>
            </a:xfrm>
            <a:prstGeom prst="triangle">
              <a:avLst/>
            </a:prstGeom>
            <a:solidFill>
              <a:schemeClr val="bg1"/>
            </a:solidFill>
            <a:ln>
              <a:solidFill>
                <a:srgbClr val="C039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角丸四角形 59">
              <a:extLst>
                <a:ext uri="{FF2B5EF4-FFF2-40B4-BE49-F238E27FC236}">
                  <a16:creationId xmlns:a16="http://schemas.microsoft.com/office/drawing/2014/main" id="{9F0E534C-60E1-6417-3D4A-607246ED7C76}"/>
                </a:ext>
              </a:extLst>
            </p:cNvPr>
            <p:cNvSpPr/>
            <p:nvPr/>
          </p:nvSpPr>
          <p:spPr>
            <a:xfrm>
              <a:off x="2963460" y="2241122"/>
              <a:ext cx="1718268" cy="4054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C039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>
                  <a:solidFill>
                    <a:schemeClr val="bg1">
                      <a:lumMod val="50000"/>
                    </a:schemeClr>
                  </a:solidFill>
                </a:rPr>
                <a:t>👇やって欲しいかも</a:t>
              </a:r>
              <a:r>
                <a:rPr kumimoji="1" lang="en-US" altLang="ja-JP" sz="1050" dirty="0">
                  <a:solidFill>
                    <a:schemeClr val="bg1">
                      <a:lumMod val="50000"/>
                    </a:schemeClr>
                  </a:solidFill>
                </a:rPr>
                <a:t>…</a:t>
              </a:r>
              <a:endParaRPr kumimoji="1" lang="ja-JP" altLang="en-US" sz="105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三角形 61">
              <a:extLst>
                <a:ext uri="{FF2B5EF4-FFF2-40B4-BE49-F238E27FC236}">
                  <a16:creationId xmlns:a16="http://schemas.microsoft.com/office/drawing/2014/main" id="{F38AD366-2D08-DBEA-E10F-44A59DDA9D91}"/>
                </a:ext>
              </a:extLst>
            </p:cNvPr>
            <p:cNvSpPr/>
            <p:nvPr/>
          </p:nvSpPr>
          <p:spPr>
            <a:xfrm rot="8839951">
              <a:off x="3344895" y="2527449"/>
              <a:ext cx="137662" cy="27707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107</Words>
  <Application>Microsoft Macintosh PowerPoint</Application>
  <PresentationFormat>ワイド画面</PresentationFormat>
  <Paragraphs>23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嶺田　あんず</cp:lastModifiedBy>
  <cp:revision>3</cp:revision>
  <dcterms:created xsi:type="dcterms:W3CDTF">2026-10-08T04:25:51Z</dcterms:created>
  <dcterms:modified xsi:type="dcterms:W3CDTF">2026-10-08T06:19:48Z</dcterms:modified>
</cp:coreProperties>
</file>