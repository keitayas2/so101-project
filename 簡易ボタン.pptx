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9" r:id="rId9"/>
    <p:sldId id="261" r:id="rId10"/>
    <p:sldId id="274" r:id="rId11"/>
    <p:sldId id="270" r:id="rId12"/>
    <p:sldId id="262" r:id="rId13"/>
    <p:sldId id="275" r:id="rId14"/>
    <p:sldId id="271" r:id="rId15"/>
    <p:sldId id="263" r:id="rId16"/>
    <p:sldId id="276" r:id="rId17"/>
    <p:sldId id="272" r:id="rId18"/>
    <p:sldId id="264" r:id="rId19"/>
    <p:sldId id="277" r:id="rId20"/>
    <p:sldId id="273" r:id="rId21"/>
    <p:sldId id="265" r:id="rId22"/>
    <p:sldId id="278" r:id="rId23"/>
    <p:sldId id="26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6"/>
    <p:restoredTop sz="94643"/>
  </p:normalViewPr>
  <p:slideViewPr>
    <p:cSldViewPr snapToGrid="0">
      <p:cViewPr varScale="1">
        <p:scale>
          <a:sx n="159" d="100"/>
          <a:sy n="159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65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82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497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96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14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9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18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45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82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20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91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5E17224-1E6E-484E-BDD4-AE4593E55C87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2B356EF-5125-CE4B-955E-2287C2EE65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857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92D63483-DF21-6F84-C877-D8A44AC80BA6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4DEB70DA-F1DD-0C8D-5AB9-8F7307502519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79665BEA-477A-DFAB-C86C-EFF8F45509A6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D775E1AB-6C95-9EA8-1F24-257FC7E4E1C4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BB840AB-7B85-5AC9-54FF-9932EEC2E964}"/>
              </a:ext>
            </a:extLst>
          </p:cNvPr>
          <p:cNvSpPr/>
          <p:nvPr/>
        </p:nvSpPr>
        <p:spPr>
          <a:xfrm>
            <a:off x="8131628" y="1555297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6F86D5-AE89-5C7A-3B6A-AEEB6EFF2357}"/>
              </a:ext>
            </a:extLst>
          </p:cNvPr>
          <p:cNvSpPr/>
          <p:nvPr/>
        </p:nvSpPr>
        <p:spPr>
          <a:xfrm>
            <a:off x="1540329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10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11BE-0F57-2DCD-B64D-4D52B5A5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F11C6158-7BF0-54B2-1CD2-4D81948102A5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E89B110-762B-DF3A-ED19-AA65CA2C4986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4E139F1A-8524-0C94-FDE9-3FACEC7D13DE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37920DD2-F784-F460-8A1D-621F1975F099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CE0796-BB9F-80A3-E812-73E149C71521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F413D1-9DFA-57B9-EDD5-DD6C962BAD46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65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6D1-4456-9E37-9CDB-9DFFE0A4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4DDB8AC5-E0D8-7D66-C13E-31A9077726FF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797979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84134A65-8990-DD49-515F-CB6E9AFB76E9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A1BF10E-2405-DE03-6011-9DAD54A25CF2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F2291058-ED37-0718-483F-95246D7C0E82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04E57-64F3-4E0A-BDEC-D2679C1D0AFD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EFF4DA-9F05-68AE-95AA-0724F71DB759}"/>
              </a:ext>
            </a:extLst>
          </p:cNvPr>
          <p:cNvSpPr/>
          <p:nvPr/>
        </p:nvSpPr>
        <p:spPr>
          <a:xfrm>
            <a:off x="7573735" y="1140278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21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68CD-AC87-C829-315E-40817186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BA678720-C50E-0192-61C4-D8B07FC10999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9C087DBB-4CF4-83B8-F412-06A561BD80B9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A71A3AEA-251A-580C-E5EB-C701D85AE102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5AED54F-E745-19DD-0ED1-F2AC5E36AD7A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575ED47-3739-9D3E-32C7-497A040E5CA6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23A124-F79A-2B81-C420-D8CF26A88ABB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01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18FD-692B-434C-7D09-E446FB4B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1B171441-AC9E-ABB8-FD8A-423E29B51B25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57ECDC98-BD73-A411-5364-2815167A445B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D466628A-5369-3ABB-8050-FAB676A9CF05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484DA1C-29C4-E83F-EC8F-D7E8F96A6B4C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425890-4F29-5B1A-8EEE-6347ED53BF18}"/>
              </a:ext>
            </a:extLst>
          </p:cNvPr>
          <p:cNvSpPr/>
          <p:nvPr/>
        </p:nvSpPr>
        <p:spPr>
          <a:xfrm>
            <a:off x="1445078" y="1167495"/>
            <a:ext cx="2906486" cy="226150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FE5AEC-D989-3CD3-67DB-46CF8CD0027D}"/>
              </a:ext>
            </a:extLst>
          </p:cNvPr>
          <p:cNvSpPr/>
          <p:nvPr/>
        </p:nvSpPr>
        <p:spPr>
          <a:xfrm>
            <a:off x="7573735" y="1140278"/>
            <a:ext cx="2906486" cy="43379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96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B81E-B4B6-193B-ACD1-E53DDA85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11813142-002E-8998-2240-FE521289F754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E3216780-4D23-CD9F-AEFB-C0FB2CC00E49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12962765-AC03-937E-313C-877E237B144F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50D949E-09AE-66DE-0BAE-0A82A5C052CC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7E2711-6726-F6E9-9D30-B5C17AAD7F4F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A7447AF-5137-B473-3FEB-C7619522D693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9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D8FB-14C5-3BF2-37BA-088B97FB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2C7B6EA7-FFB5-CBDA-4C9E-CB7D2830FD1A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4308CF2-9AB1-26E3-D634-7EB47B792BDF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7B3CA1F-45C2-F4BB-3923-48AD7A3994FD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E674178-B296-20EF-1473-C3BF3E4E9C37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9927F8-A3B3-901E-678E-8ADD4C182619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C4FD22-9A37-C9FF-5AAC-D094A87C5BF8}"/>
              </a:ext>
            </a:extLst>
          </p:cNvPr>
          <p:cNvSpPr/>
          <p:nvPr/>
        </p:nvSpPr>
        <p:spPr>
          <a:xfrm>
            <a:off x="7573735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73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EE93-655C-8F60-27EF-192DC4B9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FE19D2E5-7758-57C1-3EC9-4161893956BC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699F0996-311E-466C-9E35-5776A6D3FDA6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F43E266-C0E5-2AE9-BC54-5B3EDA2E74E6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D64DB9FF-7414-F25B-DB1C-143D40AA3A2A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E245EC-685E-71D6-F72D-94AE5AE7E8D3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14476B0-CFA0-7AA2-AF67-FAC0CF5C9681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26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DB19-0B5E-99A5-F55E-EBD08CF0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0D33E86B-6DD3-F957-21FB-AC356918C86F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9C5FF399-E294-2296-DB1B-3224DA7D2D64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EC93AB4C-9E7A-F757-1F52-E56B5A0D04B1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99139F2-4904-AF69-E0A8-419EF51D25FE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2A4209-9F35-25A0-BD4D-7C8D24EF0D27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22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89D0-DEFD-5901-1F2A-0D0CB98C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1AA0F644-C3B5-8C93-089E-FA6E665572E9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15F0360F-E8C2-986C-31E5-9341AE335DFF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F3431036-DE0A-BBEE-5E39-AFFD3C3021AE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712BD1D-7BFC-7913-FB00-14CB9A6A180A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46358E-5413-87A3-05C6-A7EA6706FDE3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4B21ED1-08B1-2775-1358-9F8594CDAB26}"/>
              </a:ext>
            </a:extLst>
          </p:cNvPr>
          <p:cNvSpPr/>
          <p:nvPr/>
        </p:nvSpPr>
        <p:spPr>
          <a:xfrm>
            <a:off x="7573735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65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3DD0-42E9-332D-5085-D11CEC7E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21CC18D3-6589-36CF-55C9-57AFCF885A6F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1AF07673-8B4A-E8AB-5314-70A0E78DC130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6A9FC7D1-E8BF-8E20-D794-C58BE9BFD368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4BB4A7D6-1B68-816C-E0B0-4D9192E28900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5A17588-7D9B-381F-57F4-161C877F616C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840B6A1-4E09-80C0-34D2-D23422DE2570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42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A8CC-E88E-3FDF-6216-53E72B9C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A89EF7FA-2981-A416-BC11-AAD41FF0F60C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6EF6D037-B06D-81C4-66F9-D6723ABA2014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5B0D8FB8-480C-A10C-916A-DEAE41552E16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927FD19-608A-F417-445C-1B6A1769B680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8C370A-F457-CA50-6C8A-E461B90DE060}"/>
              </a:ext>
            </a:extLst>
          </p:cNvPr>
          <p:cNvSpPr/>
          <p:nvPr/>
        </p:nvSpPr>
        <p:spPr>
          <a:xfrm>
            <a:off x="1445078" y="1167495"/>
            <a:ext cx="2906486" cy="237580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C405D6-F3DC-E781-0CEF-0A00457CA515}"/>
              </a:ext>
            </a:extLst>
          </p:cNvPr>
          <p:cNvSpPr/>
          <p:nvPr/>
        </p:nvSpPr>
        <p:spPr>
          <a:xfrm>
            <a:off x="7573735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722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5642-D3D4-8A44-FF9E-A9B339E2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13970DB2-D894-FB2E-B2DB-9D385DBD3023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C188CCB0-6095-F262-B6E8-B4980D895E3E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DA01B7EB-87AB-7668-F9C0-5A9F83DFE6E5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28FA737B-6610-4552-1779-4D1729168520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45ABD8-5E98-2D1D-16B7-4A2D40CC3B51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36E778-D28B-3458-F9D8-A2B9091407A3}"/>
              </a:ext>
            </a:extLst>
          </p:cNvPr>
          <p:cNvSpPr/>
          <p:nvPr/>
        </p:nvSpPr>
        <p:spPr>
          <a:xfrm>
            <a:off x="7573735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198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E9FE-1135-0D87-743C-F64A0FF7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E60CD528-DDA0-826B-4380-72D836E5929D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26BD3AC-A8BD-0994-92A7-B6AAEBAB3045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170DBF74-0352-0678-C08C-F910B98AB2F4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B38970B7-AA8E-5829-8F15-7178BC9027C7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9304478-64DB-C82A-577C-3AF581E57A31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F1F6DC2-B494-A061-5804-50654A34C047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52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8648-9507-8310-E97B-8914680BF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37BD8C26-5D4F-E6CE-8E39-ECEF360C7170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569637BF-FA60-215C-1C59-FD711AC3F250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8F4B77AB-C28A-1225-9C2A-F28C669D6F76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9D463240-E503-6E40-586B-3CDB19B2B494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6D58FF-6824-395A-8C46-3C70113A9214}"/>
              </a:ext>
            </a:extLst>
          </p:cNvPr>
          <p:cNvSpPr/>
          <p:nvPr/>
        </p:nvSpPr>
        <p:spPr>
          <a:xfrm>
            <a:off x="1445078" y="1167495"/>
            <a:ext cx="2906486" cy="237580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DD12D9-D8F8-BFD3-8782-7F4807C499BB}"/>
              </a:ext>
            </a:extLst>
          </p:cNvPr>
          <p:cNvSpPr/>
          <p:nvPr/>
        </p:nvSpPr>
        <p:spPr>
          <a:xfrm>
            <a:off x="7443107" y="1072243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0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96B6-BF70-6311-D079-9DBA7308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56196503-4894-FA8D-D438-3D1004447385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797979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E2D19370-A7A7-EF3B-6261-2B7E49791BD0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6A7ABF55-508B-563F-AF90-6B732C791F55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77D8F56-DD31-B36A-8129-572C0E5C7512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BEC7BC5-BDEA-0C4E-A9F1-3428F3CE6BE9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5B4DA66-A34B-F168-9E53-6892160C76BE}"/>
              </a:ext>
            </a:extLst>
          </p:cNvPr>
          <p:cNvSpPr/>
          <p:nvPr/>
        </p:nvSpPr>
        <p:spPr>
          <a:xfrm>
            <a:off x="7573735" y="1140278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251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9B39-A9CB-64B5-B056-93B1E773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75659E4A-EC7C-7B3A-A285-5B27FBB6F0D5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4CF59C9-1DDA-23ED-4272-3FAB68C8D152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B94B90B1-6701-375C-3E54-0C25A281A6C8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C0C227D9-5CC9-3003-C492-D68BD82B6FDC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67F5E3-DCDD-792F-2A26-D3250A480A58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8F4A38B-D830-6CB2-A74F-4A6F66FBA05E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603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6756-96B7-F2C2-B817-86BB31E4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60D07C55-AC3F-9117-9ED1-0BE1760F8E02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32C50F03-C1B7-32A0-4293-86FE9683E571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01A25020-733D-3C3B-9E95-351B0E6D0B14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8E078D0-30FB-AF94-F800-E6730D02D64E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3F800D-12A4-0AD6-B18A-5BC07BDC4B07}"/>
              </a:ext>
            </a:extLst>
          </p:cNvPr>
          <p:cNvSpPr/>
          <p:nvPr/>
        </p:nvSpPr>
        <p:spPr>
          <a:xfrm>
            <a:off x="1379764" y="3543301"/>
            <a:ext cx="2906486" cy="237580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74BBB17-8EF7-160D-AC26-8C17D32051BD}"/>
              </a:ext>
            </a:extLst>
          </p:cNvPr>
          <p:cNvSpPr/>
          <p:nvPr/>
        </p:nvSpPr>
        <p:spPr>
          <a:xfrm>
            <a:off x="7443107" y="1072243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9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E45F-A107-57F2-34BB-111A471B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7217C4CB-8D59-E8D3-2AEB-B5393FB6812A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797979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D25E723-2B89-AC81-CDC3-1059DC3742D5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038B4DA8-78F4-6DB7-620E-F53A9AC52D63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AF46D2E0-79F3-E745-BB6E-79E46D0E5E81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868D60-4D76-FBEC-5C17-12FA8B687A2B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F87278-90C2-F98C-E9B5-F6ACDFCBE480}"/>
              </a:ext>
            </a:extLst>
          </p:cNvPr>
          <p:cNvSpPr/>
          <p:nvPr/>
        </p:nvSpPr>
        <p:spPr>
          <a:xfrm>
            <a:off x="7573735" y="1140278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097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809C-FFED-4752-771D-D5F5907B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0095A5B9-3DF5-A70B-01E0-53B6A072259E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69F55DDC-BA34-A740-C652-960FF1F5F5F6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1BFC0364-5987-8B6C-4019-4E6D2D111C25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11A18F8-BD7D-D9CD-FD1F-218390C13869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3501BB-FBC4-4A3E-4471-E39F44797339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19C43E-7AAA-E2CB-E235-31EDE37466DD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180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434C-0005-D242-A4E3-D40EA67B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17721DAB-C577-7D7A-ADD7-1339FF8C4AB5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F4E230B0-B825-A968-3768-433D299FAE67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79AAB88B-F031-B268-C05B-81543D1D9B75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3660ACAB-D71A-A8FF-E8FF-F06D545F1B40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A51A7F-0E7F-96E7-AC6D-54805DA69856}"/>
              </a:ext>
            </a:extLst>
          </p:cNvPr>
          <p:cNvSpPr/>
          <p:nvPr/>
        </p:nvSpPr>
        <p:spPr>
          <a:xfrm>
            <a:off x="1379764" y="3543301"/>
            <a:ext cx="2906486" cy="237580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B51DA3-3E1D-F102-8F27-AC97BF5E4B9E}"/>
              </a:ext>
            </a:extLst>
          </p:cNvPr>
          <p:cNvSpPr/>
          <p:nvPr/>
        </p:nvSpPr>
        <p:spPr>
          <a:xfrm>
            <a:off x="7451271" y="3429000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743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CFAE-8A44-6690-C3EB-7D8FED13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C04661E6-76E7-3FB4-735F-34DB26FE86DB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986B23EB-F95E-9502-243C-44AD2EF62A5B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79273C50-07FD-C736-633A-2056E04582FB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D821CE3F-E87F-A98D-7EC4-237A67F0A425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C17594-F723-FAE2-DA36-C61003470E12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CFDF03-0809-5D57-A3E8-EA0A0785CA9F}"/>
              </a:ext>
            </a:extLst>
          </p:cNvPr>
          <p:cNvSpPr/>
          <p:nvPr/>
        </p:nvSpPr>
        <p:spPr>
          <a:xfrm>
            <a:off x="7573735" y="3246664"/>
            <a:ext cx="2906486" cy="24710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49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AE3E-86C8-CDF6-F1DC-329AC86E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>
            <a:extLst>
              <a:ext uri="{FF2B5EF4-FFF2-40B4-BE49-F238E27FC236}">
                <a16:creationId xmlns:a16="http://schemas.microsoft.com/office/drawing/2014/main" id="{45C9766B-6039-D901-DDF7-D2914190906A}"/>
              </a:ext>
            </a:extLst>
          </p:cNvPr>
          <p:cNvSpPr/>
          <p:nvPr/>
        </p:nvSpPr>
        <p:spPr>
          <a:xfrm>
            <a:off x="2188029" y="1730829"/>
            <a:ext cx="1289957" cy="128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CB2E71AB-EB8B-3F71-DB70-C291174FF482}"/>
              </a:ext>
            </a:extLst>
          </p:cNvPr>
          <p:cNvSpPr/>
          <p:nvPr/>
        </p:nvSpPr>
        <p:spPr>
          <a:xfrm>
            <a:off x="8382000" y="1730829"/>
            <a:ext cx="1289957" cy="128995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DE21109-ED3B-38C2-F6F3-12C5D0E9A8FA}"/>
              </a:ext>
            </a:extLst>
          </p:cNvPr>
          <p:cNvSpPr/>
          <p:nvPr/>
        </p:nvSpPr>
        <p:spPr>
          <a:xfrm>
            <a:off x="2188029" y="3837215"/>
            <a:ext cx="1289957" cy="128995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D2F73C2-6A3E-2FC7-57A3-AB5F19ACEB2B}"/>
              </a:ext>
            </a:extLst>
          </p:cNvPr>
          <p:cNvSpPr/>
          <p:nvPr/>
        </p:nvSpPr>
        <p:spPr>
          <a:xfrm>
            <a:off x="8382000" y="3837215"/>
            <a:ext cx="1289957" cy="1289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CBADE3D-E315-94D0-5F36-C6C561D1269C}"/>
              </a:ext>
            </a:extLst>
          </p:cNvPr>
          <p:cNvSpPr/>
          <p:nvPr/>
        </p:nvSpPr>
        <p:spPr>
          <a:xfrm>
            <a:off x="1445078" y="1167494"/>
            <a:ext cx="2906486" cy="4563835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C62D107-5843-59EF-2F31-09B154B78EDF}"/>
              </a:ext>
            </a:extLst>
          </p:cNvPr>
          <p:cNvSpPr/>
          <p:nvPr/>
        </p:nvSpPr>
        <p:spPr>
          <a:xfrm>
            <a:off x="7573735" y="1265464"/>
            <a:ext cx="2906486" cy="445225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6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0</Words>
  <Application>Microsoft Macintosh PowerPoint</Application>
  <PresentationFormat>ワイド画面</PresentationFormat>
  <Paragraphs>0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嶺田　あんず</dc:creator>
  <cp:lastModifiedBy>嶺田　あんず</cp:lastModifiedBy>
  <cp:revision>5</cp:revision>
  <dcterms:created xsi:type="dcterms:W3CDTF">2026-10-27T02:47:42Z</dcterms:created>
  <dcterms:modified xsi:type="dcterms:W3CDTF">2026-10-27T06:30:25Z</dcterms:modified>
</cp:coreProperties>
</file>